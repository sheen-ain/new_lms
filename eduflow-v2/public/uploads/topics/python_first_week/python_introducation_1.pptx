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63"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62FC61-25F4-4D1C-8DF3-B04DCA59E6ED}" v="18" dt="2024-03-02T09:39:47.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faque Ali" userId="df31fb59ce55fd73" providerId="LiveId" clId="{5662FC61-25F4-4D1C-8DF3-B04DCA59E6ED}"/>
    <pc:docChg chg="undo custSel addSld modSld">
      <pc:chgData name="Ashfaque Ali" userId="df31fb59ce55fd73" providerId="LiveId" clId="{5662FC61-25F4-4D1C-8DF3-B04DCA59E6ED}" dt="2024-03-02T09:44:17.607" v="364" actId="20577"/>
      <pc:docMkLst>
        <pc:docMk/>
      </pc:docMkLst>
      <pc:sldChg chg="modSp mod">
        <pc:chgData name="Ashfaque Ali" userId="df31fb59ce55fd73" providerId="LiveId" clId="{5662FC61-25F4-4D1C-8DF3-B04DCA59E6ED}" dt="2024-03-01T11:48:16.022" v="114" actId="1076"/>
        <pc:sldMkLst>
          <pc:docMk/>
          <pc:sldMk cId="784561798" sldId="256"/>
        </pc:sldMkLst>
        <pc:spChg chg="mod">
          <ac:chgData name="Ashfaque Ali" userId="df31fb59ce55fd73" providerId="LiveId" clId="{5662FC61-25F4-4D1C-8DF3-B04DCA59E6ED}" dt="2024-03-01T11:48:16.022" v="114" actId="1076"/>
          <ac:spMkLst>
            <pc:docMk/>
            <pc:sldMk cId="784561798" sldId="256"/>
            <ac:spMk id="7" creationId="{9F963199-65FC-1FC4-F48B-43818B03F15C}"/>
          </ac:spMkLst>
        </pc:spChg>
        <pc:picChg chg="mod">
          <ac:chgData name="Ashfaque Ali" userId="df31fb59ce55fd73" providerId="LiveId" clId="{5662FC61-25F4-4D1C-8DF3-B04DCA59E6ED}" dt="2024-03-01T11:48:04.697" v="111" actId="1076"/>
          <ac:picMkLst>
            <pc:docMk/>
            <pc:sldMk cId="784561798" sldId="256"/>
            <ac:picMk id="9" creationId="{50A5593D-5E73-1291-CEF9-0ECE0D7B3865}"/>
          </ac:picMkLst>
        </pc:picChg>
      </pc:sldChg>
      <pc:sldChg chg="addSp modSp mod setBg">
        <pc:chgData name="Ashfaque Ali" userId="df31fb59ce55fd73" providerId="LiveId" clId="{5662FC61-25F4-4D1C-8DF3-B04DCA59E6ED}" dt="2024-03-01T11:51:47.974" v="131" actId="1076"/>
        <pc:sldMkLst>
          <pc:docMk/>
          <pc:sldMk cId="1547102662" sldId="257"/>
        </pc:sldMkLst>
        <pc:spChg chg="mod">
          <ac:chgData name="Ashfaque Ali" userId="df31fb59ce55fd73" providerId="LiveId" clId="{5662FC61-25F4-4D1C-8DF3-B04DCA59E6ED}" dt="2024-03-01T11:50:47.080" v="115" actId="26606"/>
          <ac:spMkLst>
            <pc:docMk/>
            <pc:sldMk cId="1547102662" sldId="257"/>
            <ac:spMk id="5" creationId="{B9903FBF-F886-19BF-A73D-A3A520CF2913}"/>
          </ac:spMkLst>
        </pc:spChg>
        <pc:spChg chg="mod">
          <ac:chgData name="Ashfaque Ali" userId="df31fb59ce55fd73" providerId="LiveId" clId="{5662FC61-25F4-4D1C-8DF3-B04DCA59E6ED}" dt="2024-03-01T11:51:21.728" v="125" actId="1076"/>
          <ac:spMkLst>
            <pc:docMk/>
            <pc:sldMk cId="1547102662" sldId="257"/>
            <ac:spMk id="7" creationId="{3022DBEC-0466-1C73-0672-8EC78D17D7D2}"/>
          </ac:spMkLst>
        </pc:spChg>
        <pc:spChg chg="mod">
          <ac:chgData name="Ashfaque Ali" userId="df31fb59ce55fd73" providerId="LiveId" clId="{5662FC61-25F4-4D1C-8DF3-B04DCA59E6ED}" dt="2024-03-01T11:51:26.004" v="126" actId="14100"/>
          <ac:spMkLst>
            <pc:docMk/>
            <pc:sldMk cId="1547102662" sldId="257"/>
            <ac:spMk id="9" creationId="{3834FCC3-36AD-320B-547F-5C76C303C25B}"/>
          </ac:spMkLst>
        </pc:spChg>
        <pc:spChg chg="mod">
          <ac:chgData name="Ashfaque Ali" userId="df31fb59ce55fd73" providerId="LiveId" clId="{5662FC61-25F4-4D1C-8DF3-B04DCA59E6ED}" dt="2024-03-01T11:51:38.582" v="129" actId="1076"/>
          <ac:spMkLst>
            <pc:docMk/>
            <pc:sldMk cId="1547102662" sldId="257"/>
            <ac:spMk id="11" creationId="{EB0B7018-7D28-0ABF-3847-E9D2E14A74FD}"/>
          </ac:spMkLst>
        </pc:spChg>
        <pc:spChg chg="mod">
          <ac:chgData name="Ashfaque Ali" userId="df31fb59ce55fd73" providerId="LiveId" clId="{5662FC61-25F4-4D1C-8DF3-B04DCA59E6ED}" dt="2024-03-01T11:51:47.974" v="131" actId="1076"/>
          <ac:spMkLst>
            <pc:docMk/>
            <pc:sldMk cId="1547102662" sldId="257"/>
            <ac:spMk id="13" creationId="{D839EA68-F091-D2B1-A9C8-BE76F89D304D}"/>
          </ac:spMkLst>
        </pc:spChg>
        <pc:spChg chg="add">
          <ac:chgData name="Ashfaque Ali" userId="df31fb59ce55fd73" providerId="LiveId" clId="{5662FC61-25F4-4D1C-8DF3-B04DCA59E6ED}" dt="2024-03-01T11:50:47.080" v="115" actId="26606"/>
          <ac:spMkLst>
            <pc:docMk/>
            <pc:sldMk cId="1547102662" sldId="257"/>
            <ac:spMk id="18" creationId="{D4771268-CB57-404A-9271-370EB28F6090}"/>
          </ac:spMkLst>
        </pc:spChg>
      </pc:sldChg>
      <pc:sldChg chg="addSp delSp modSp mod setBg">
        <pc:chgData name="Ashfaque Ali" userId="df31fb59ce55fd73" providerId="LiveId" clId="{5662FC61-25F4-4D1C-8DF3-B04DCA59E6ED}" dt="2024-03-01T11:59:07.447" v="184" actId="2085"/>
        <pc:sldMkLst>
          <pc:docMk/>
          <pc:sldMk cId="2622235635" sldId="258"/>
        </pc:sldMkLst>
        <pc:spChg chg="del">
          <ac:chgData name="Ashfaque Ali" userId="df31fb59ce55fd73" providerId="LiveId" clId="{5662FC61-25F4-4D1C-8DF3-B04DCA59E6ED}" dt="2024-03-01T11:52:05.073" v="132" actId="26606"/>
          <ac:spMkLst>
            <pc:docMk/>
            <pc:sldMk cId="2622235635" sldId="258"/>
            <ac:spMk id="5" creationId="{48B99BC2-B317-F514-B3C3-1FF99C56C5D2}"/>
          </ac:spMkLst>
        </pc:spChg>
        <pc:spChg chg="mod">
          <ac:chgData name="Ashfaque Ali" userId="df31fb59ce55fd73" providerId="LiveId" clId="{5662FC61-25F4-4D1C-8DF3-B04DCA59E6ED}" dt="2024-03-01T11:52:29.896" v="136" actId="1076"/>
          <ac:spMkLst>
            <pc:docMk/>
            <pc:sldMk cId="2622235635" sldId="258"/>
            <ac:spMk id="7" creationId="{7F93EDF9-F462-8F6F-8F79-4935259B59E1}"/>
          </ac:spMkLst>
        </pc:spChg>
        <pc:spChg chg="add mod">
          <ac:chgData name="Ashfaque Ali" userId="df31fb59ce55fd73" providerId="LiveId" clId="{5662FC61-25F4-4D1C-8DF3-B04DCA59E6ED}" dt="2024-03-01T11:59:07.447" v="184" actId="2085"/>
          <ac:spMkLst>
            <pc:docMk/>
            <pc:sldMk cId="2622235635" sldId="258"/>
            <ac:spMk id="8" creationId="{00C6F021-007A-E23B-A27A-3200E2C68D44}"/>
          </ac:spMkLst>
        </pc:spChg>
        <pc:graphicFrameChg chg="add mod modGraphic">
          <ac:chgData name="Ashfaque Ali" userId="df31fb59ce55fd73" providerId="LiveId" clId="{5662FC61-25F4-4D1C-8DF3-B04DCA59E6ED}" dt="2024-03-01T11:54:05.139" v="161" actId="403"/>
          <ac:graphicFrameMkLst>
            <pc:docMk/>
            <pc:sldMk cId="2622235635" sldId="258"/>
            <ac:graphicFrameMk id="9" creationId="{37D94BEF-94F7-F7CC-CCEF-377FCB11D9B5}"/>
          </ac:graphicFrameMkLst>
        </pc:graphicFrameChg>
        <pc:picChg chg="add del mod ord">
          <ac:chgData name="Ashfaque Ali" userId="df31fb59ce55fd73" providerId="LiveId" clId="{5662FC61-25F4-4D1C-8DF3-B04DCA59E6ED}" dt="2024-03-01T11:57:30.793" v="181" actId="478"/>
          <ac:picMkLst>
            <pc:docMk/>
            <pc:sldMk cId="2622235635" sldId="258"/>
            <ac:picMk id="10" creationId="{E8D351EB-BDAD-12F0-9C88-40D05C8C3631}"/>
          </ac:picMkLst>
        </pc:picChg>
      </pc:sldChg>
      <pc:sldChg chg="modSp mod">
        <pc:chgData name="Ashfaque Ali" userId="df31fb59ce55fd73" providerId="LiveId" clId="{5662FC61-25F4-4D1C-8DF3-B04DCA59E6ED}" dt="2024-03-01T11:54:57.345" v="169" actId="27636"/>
        <pc:sldMkLst>
          <pc:docMk/>
          <pc:sldMk cId="1125893925" sldId="259"/>
        </pc:sldMkLst>
        <pc:spChg chg="mod">
          <ac:chgData name="Ashfaque Ali" userId="df31fb59ce55fd73" providerId="LiveId" clId="{5662FC61-25F4-4D1C-8DF3-B04DCA59E6ED}" dt="2024-03-01T11:54:57.345" v="169" actId="27636"/>
          <ac:spMkLst>
            <pc:docMk/>
            <pc:sldMk cId="1125893925" sldId="259"/>
            <ac:spMk id="3" creationId="{7855A318-6B66-FC35-7277-1EEFA579F1C8}"/>
          </ac:spMkLst>
        </pc:spChg>
      </pc:sldChg>
      <pc:sldChg chg="addSp modSp mod setBg">
        <pc:chgData name="Ashfaque Ali" userId="df31fb59ce55fd73" providerId="LiveId" clId="{5662FC61-25F4-4D1C-8DF3-B04DCA59E6ED}" dt="2024-03-01T11:59:40.190" v="185" actId="26606"/>
        <pc:sldMkLst>
          <pc:docMk/>
          <pc:sldMk cId="1634443082" sldId="261"/>
        </pc:sldMkLst>
        <pc:spChg chg="mod">
          <ac:chgData name="Ashfaque Ali" userId="df31fb59ce55fd73" providerId="LiveId" clId="{5662FC61-25F4-4D1C-8DF3-B04DCA59E6ED}" dt="2024-03-01T11:59:40.190" v="185" actId="26606"/>
          <ac:spMkLst>
            <pc:docMk/>
            <pc:sldMk cId="1634443082" sldId="261"/>
            <ac:spMk id="3" creationId="{36768611-6D59-9F2F-33B7-E229DDD68A0A}"/>
          </ac:spMkLst>
        </pc:spChg>
        <pc:spChg chg="mod">
          <ac:chgData name="Ashfaque Ali" userId="df31fb59ce55fd73" providerId="LiveId" clId="{5662FC61-25F4-4D1C-8DF3-B04DCA59E6ED}" dt="2024-03-01T11:59:40.190" v="185" actId="26606"/>
          <ac:spMkLst>
            <pc:docMk/>
            <pc:sldMk cId="1634443082" sldId="261"/>
            <ac:spMk id="5" creationId="{FF42D918-B00E-1E75-76BC-B45CC739754C}"/>
          </ac:spMkLst>
        </pc:spChg>
        <pc:spChg chg="mod">
          <ac:chgData name="Ashfaque Ali" userId="df31fb59ce55fd73" providerId="LiveId" clId="{5662FC61-25F4-4D1C-8DF3-B04DCA59E6ED}" dt="2024-03-01T11:59:40.190" v="185" actId="26606"/>
          <ac:spMkLst>
            <pc:docMk/>
            <pc:sldMk cId="1634443082" sldId="261"/>
            <ac:spMk id="6" creationId="{7468D232-982C-C498-4C1A-8447F4EC2760}"/>
          </ac:spMkLst>
        </pc:spChg>
        <pc:spChg chg="add mod">
          <ac:chgData name="Ashfaque Ali" userId="df31fb59ce55fd73" providerId="LiveId" clId="{5662FC61-25F4-4D1C-8DF3-B04DCA59E6ED}" dt="2024-03-01T11:59:40.190" v="185" actId="26606"/>
          <ac:spMkLst>
            <pc:docMk/>
            <pc:sldMk cId="1634443082" sldId="261"/>
            <ac:spMk id="8" creationId="{0E870A01-39D7-6B37-05FC-B5033AF4B515}"/>
          </ac:spMkLst>
        </pc:spChg>
        <pc:spChg chg="add mod">
          <ac:chgData name="Ashfaque Ali" userId="df31fb59ce55fd73" providerId="LiveId" clId="{5662FC61-25F4-4D1C-8DF3-B04DCA59E6ED}" dt="2024-03-01T11:59:40.190" v="185" actId="26606"/>
          <ac:spMkLst>
            <pc:docMk/>
            <pc:sldMk cId="1634443082" sldId="261"/>
            <ac:spMk id="10" creationId="{5E49993A-4678-5FE6-8EAF-6A7344713F09}"/>
          </ac:spMkLst>
        </pc:spChg>
        <pc:spChg chg="add mod">
          <ac:chgData name="Ashfaque Ali" userId="df31fb59ce55fd73" providerId="LiveId" clId="{5662FC61-25F4-4D1C-8DF3-B04DCA59E6ED}" dt="2024-03-01T11:59:40.190" v="185" actId="26606"/>
          <ac:spMkLst>
            <pc:docMk/>
            <pc:sldMk cId="1634443082" sldId="261"/>
            <ac:spMk id="11" creationId="{226ED0CA-9212-D95A-C72A-F0765F389F4D}"/>
          </ac:spMkLst>
        </pc:spChg>
        <pc:spChg chg="add">
          <ac:chgData name="Ashfaque Ali" userId="df31fb59ce55fd73" providerId="LiveId" clId="{5662FC61-25F4-4D1C-8DF3-B04DCA59E6ED}" dt="2024-03-01T11:59:40.190" v="185" actId="26606"/>
          <ac:spMkLst>
            <pc:docMk/>
            <pc:sldMk cId="1634443082" sldId="261"/>
            <ac:spMk id="16" creationId="{2659FDB4-FCBE-4A89-B46D-43D4FA54464D}"/>
          </ac:spMkLst>
        </pc:spChg>
        <pc:spChg chg="add">
          <ac:chgData name="Ashfaque Ali" userId="df31fb59ce55fd73" providerId="LiveId" clId="{5662FC61-25F4-4D1C-8DF3-B04DCA59E6ED}" dt="2024-03-01T11:59:40.190" v="185" actId="26606"/>
          <ac:spMkLst>
            <pc:docMk/>
            <pc:sldMk cId="1634443082" sldId="261"/>
            <ac:spMk id="20" creationId="{58BDB0EE-D238-415B-9ED8-62AA6AB2AAD1}"/>
          </ac:spMkLst>
        </pc:spChg>
        <pc:spChg chg="add">
          <ac:chgData name="Ashfaque Ali" userId="df31fb59ce55fd73" providerId="LiveId" clId="{5662FC61-25F4-4D1C-8DF3-B04DCA59E6ED}" dt="2024-03-01T11:59:40.190" v="185" actId="26606"/>
          <ac:spMkLst>
            <pc:docMk/>
            <pc:sldMk cId="1634443082" sldId="261"/>
            <ac:spMk id="22" creationId="{C5B55FC3-961D-4325-82F1-DE92B0D04E03}"/>
          </ac:spMkLst>
        </pc:spChg>
        <pc:spChg chg="add">
          <ac:chgData name="Ashfaque Ali" userId="df31fb59ce55fd73" providerId="LiveId" clId="{5662FC61-25F4-4D1C-8DF3-B04DCA59E6ED}" dt="2024-03-01T11:59:40.190" v="185" actId="26606"/>
          <ac:spMkLst>
            <pc:docMk/>
            <pc:sldMk cId="1634443082" sldId="261"/>
            <ac:spMk id="24" creationId="{4C8AB332-D09E-4F28-943C-DABDD4716A3C}"/>
          </ac:spMkLst>
        </pc:spChg>
        <pc:cxnChg chg="add">
          <ac:chgData name="Ashfaque Ali" userId="df31fb59ce55fd73" providerId="LiveId" clId="{5662FC61-25F4-4D1C-8DF3-B04DCA59E6ED}" dt="2024-03-01T11:59:40.190" v="185" actId="26606"/>
          <ac:cxnSpMkLst>
            <pc:docMk/>
            <pc:sldMk cId="1634443082" sldId="261"/>
            <ac:cxnSpMk id="18" creationId="{C8F51B3F-8331-4E4A-AE96-D47B1006EEAD}"/>
          </ac:cxnSpMkLst>
        </pc:cxnChg>
      </pc:sldChg>
      <pc:sldChg chg="addSp modSp new mod setBg">
        <pc:chgData name="Ashfaque Ali" userId="df31fb59ce55fd73" providerId="LiveId" clId="{5662FC61-25F4-4D1C-8DF3-B04DCA59E6ED}" dt="2024-03-01T12:02:34.017" v="225" actId="1076"/>
        <pc:sldMkLst>
          <pc:docMk/>
          <pc:sldMk cId="1653462816" sldId="262"/>
        </pc:sldMkLst>
        <pc:spChg chg="add mod ord">
          <ac:chgData name="Ashfaque Ali" userId="df31fb59ce55fd73" providerId="LiveId" clId="{5662FC61-25F4-4D1C-8DF3-B04DCA59E6ED}" dt="2024-03-01T12:01:28.142" v="187" actId="14100"/>
          <ac:spMkLst>
            <pc:docMk/>
            <pc:sldMk cId="1653462816" sldId="262"/>
            <ac:spMk id="2" creationId="{822A738B-BDF8-A052-FA4D-1853E0F3B73F}"/>
          </ac:spMkLst>
        </pc:spChg>
        <pc:spChg chg="add mod">
          <ac:chgData name="Ashfaque Ali" userId="df31fb59ce55fd73" providerId="LiveId" clId="{5662FC61-25F4-4D1C-8DF3-B04DCA59E6ED}" dt="2024-03-01T12:01:21.018" v="186" actId="26606"/>
          <ac:spMkLst>
            <pc:docMk/>
            <pc:sldMk cId="1653462816" sldId="262"/>
            <ac:spMk id="4" creationId="{058DB98B-5FFB-C5CB-E9CC-568557830F0C}"/>
          </ac:spMkLst>
        </pc:spChg>
        <pc:spChg chg="add mod">
          <ac:chgData name="Ashfaque Ali" userId="df31fb59ce55fd73" providerId="LiveId" clId="{5662FC61-25F4-4D1C-8DF3-B04DCA59E6ED}" dt="2024-03-01T12:02:34.017" v="225" actId="1076"/>
          <ac:spMkLst>
            <pc:docMk/>
            <pc:sldMk cId="1653462816" sldId="262"/>
            <ac:spMk id="6" creationId="{7B961746-911D-C5C3-552D-B07642FE1443}"/>
          </ac:spMkLst>
        </pc:spChg>
        <pc:spChg chg="add mod">
          <ac:chgData name="Ashfaque Ali" userId="df31fb59ce55fd73" providerId="LiveId" clId="{5662FC61-25F4-4D1C-8DF3-B04DCA59E6ED}" dt="2024-03-01T12:02:24.972" v="224" actId="1076"/>
          <ac:spMkLst>
            <pc:docMk/>
            <pc:sldMk cId="1653462816" sldId="262"/>
            <ac:spMk id="8" creationId="{0FFAA828-44DC-12D5-83EF-00F6D53FFEAE}"/>
          </ac:spMkLst>
        </pc:spChg>
        <pc:spChg chg="add mod">
          <ac:chgData name="Ashfaque Ali" userId="df31fb59ce55fd73" providerId="LiveId" clId="{5662FC61-25F4-4D1C-8DF3-B04DCA59E6ED}" dt="2024-03-01T12:02:08.226" v="219" actId="403"/>
          <ac:spMkLst>
            <pc:docMk/>
            <pc:sldMk cId="1653462816" sldId="262"/>
            <ac:spMk id="10" creationId="{65C4EAF4-CE54-64E1-8CDA-2DD5A3D4A95D}"/>
          </ac:spMkLst>
        </pc:spChg>
        <pc:spChg chg="add">
          <ac:chgData name="Ashfaque Ali" userId="df31fb59ce55fd73" providerId="LiveId" clId="{5662FC61-25F4-4D1C-8DF3-B04DCA59E6ED}" dt="2024-03-01T12:01:21.018" v="186" actId="26606"/>
          <ac:spMkLst>
            <pc:docMk/>
            <pc:sldMk cId="1653462816" sldId="262"/>
            <ac:spMk id="15" creationId="{02D44074-0B69-4F0C-A7B3-5645CE40D8E3}"/>
          </ac:spMkLst>
        </pc:spChg>
      </pc:sldChg>
      <pc:sldChg chg="addSp modSp new mod setBg">
        <pc:chgData name="Ashfaque Ali" userId="df31fb59ce55fd73" providerId="LiveId" clId="{5662FC61-25F4-4D1C-8DF3-B04DCA59E6ED}" dt="2024-03-01T12:04:23.224" v="248" actId="26606"/>
        <pc:sldMkLst>
          <pc:docMk/>
          <pc:sldMk cId="87097664" sldId="263"/>
        </pc:sldMkLst>
        <pc:spChg chg="add mod">
          <ac:chgData name="Ashfaque Ali" userId="df31fb59ce55fd73" providerId="LiveId" clId="{5662FC61-25F4-4D1C-8DF3-B04DCA59E6ED}" dt="2024-03-01T12:04:23.224" v="248" actId="26606"/>
          <ac:spMkLst>
            <pc:docMk/>
            <pc:sldMk cId="87097664" sldId="263"/>
            <ac:spMk id="3" creationId="{FAACBC8F-00E3-1336-37B8-C5B8ADB5E2D4}"/>
          </ac:spMkLst>
        </pc:spChg>
        <pc:spChg chg="add">
          <ac:chgData name="Ashfaque Ali" userId="df31fb59ce55fd73" providerId="LiveId" clId="{5662FC61-25F4-4D1C-8DF3-B04DCA59E6ED}" dt="2024-03-01T12:04:23.224" v="248" actId="26606"/>
          <ac:spMkLst>
            <pc:docMk/>
            <pc:sldMk cId="87097664" sldId="263"/>
            <ac:spMk id="8" creationId="{1A3C89F8-0D2F-47FF-B903-151248265F47}"/>
          </ac:spMkLst>
        </pc:spChg>
        <pc:spChg chg="add">
          <ac:chgData name="Ashfaque Ali" userId="df31fb59ce55fd73" providerId="LiveId" clId="{5662FC61-25F4-4D1C-8DF3-B04DCA59E6ED}" dt="2024-03-01T12:04:23.224" v="248" actId="26606"/>
          <ac:spMkLst>
            <pc:docMk/>
            <pc:sldMk cId="87097664" sldId="263"/>
            <ac:spMk id="10" creationId="{C5CB530E-515E-412C-9DF1-5F8FFBD6F383}"/>
          </ac:spMkLst>
        </pc:spChg>
        <pc:spChg chg="add">
          <ac:chgData name="Ashfaque Ali" userId="df31fb59ce55fd73" providerId="LiveId" clId="{5662FC61-25F4-4D1C-8DF3-B04DCA59E6ED}" dt="2024-03-01T12:04:23.224" v="248" actId="26606"/>
          <ac:spMkLst>
            <pc:docMk/>
            <pc:sldMk cId="87097664" sldId="263"/>
            <ac:spMk id="12" creationId="{712D4376-A578-4FF1-94FC-245E7A6A489F}"/>
          </ac:spMkLst>
        </pc:spChg>
        <pc:spChg chg="add">
          <ac:chgData name="Ashfaque Ali" userId="df31fb59ce55fd73" providerId="LiveId" clId="{5662FC61-25F4-4D1C-8DF3-B04DCA59E6ED}" dt="2024-03-01T12:04:23.224" v="248" actId="26606"/>
          <ac:spMkLst>
            <pc:docMk/>
            <pc:sldMk cId="87097664" sldId="263"/>
            <ac:spMk id="14" creationId="{AEA7509D-F04F-40CB-A0B3-EEF16499CC9F}"/>
          </ac:spMkLst>
        </pc:spChg>
        <pc:spChg chg="add">
          <ac:chgData name="Ashfaque Ali" userId="df31fb59ce55fd73" providerId="LiveId" clId="{5662FC61-25F4-4D1C-8DF3-B04DCA59E6ED}" dt="2024-03-01T12:04:23.224" v="248" actId="26606"/>
          <ac:spMkLst>
            <pc:docMk/>
            <pc:sldMk cId="87097664" sldId="263"/>
            <ac:spMk id="18" creationId="{508BEF50-7B1E-49A4-BC19-5F4F1D755E64}"/>
          </ac:spMkLst>
        </pc:spChg>
        <pc:spChg chg="add">
          <ac:chgData name="Ashfaque Ali" userId="df31fb59ce55fd73" providerId="LiveId" clId="{5662FC61-25F4-4D1C-8DF3-B04DCA59E6ED}" dt="2024-03-01T12:04:23.224" v="248" actId="26606"/>
          <ac:spMkLst>
            <pc:docMk/>
            <pc:sldMk cId="87097664" sldId="263"/>
            <ac:spMk id="20" creationId="{3FBAD350-5664-4811-A208-657FB882D350}"/>
          </ac:spMkLst>
        </pc:spChg>
        <pc:spChg chg="add">
          <ac:chgData name="Ashfaque Ali" userId="df31fb59ce55fd73" providerId="LiveId" clId="{5662FC61-25F4-4D1C-8DF3-B04DCA59E6ED}" dt="2024-03-01T12:04:23.224" v="248" actId="26606"/>
          <ac:spMkLst>
            <pc:docMk/>
            <pc:sldMk cId="87097664" sldId="263"/>
            <ac:spMk id="22" creationId="{C39ADB8F-D187-49D7-BDCF-C1B6DC727068}"/>
          </ac:spMkLst>
        </pc:spChg>
        <pc:cxnChg chg="add">
          <ac:chgData name="Ashfaque Ali" userId="df31fb59ce55fd73" providerId="LiveId" clId="{5662FC61-25F4-4D1C-8DF3-B04DCA59E6ED}" dt="2024-03-01T12:04:23.224" v="248" actId="26606"/>
          <ac:cxnSpMkLst>
            <pc:docMk/>
            <pc:sldMk cId="87097664" sldId="263"/>
            <ac:cxnSpMk id="16" creationId="{56020367-4FD5-4596-8E10-C5F095CD8DBF}"/>
          </ac:cxnSpMkLst>
        </pc:cxnChg>
      </pc:sldChg>
      <pc:sldChg chg="addSp delSp modSp new mod setBg">
        <pc:chgData name="Ashfaque Ali" userId="df31fb59ce55fd73" providerId="LiveId" clId="{5662FC61-25F4-4D1C-8DF3-B04DCA59E6ED}" dt="2024-03-02T09:44:17.607" v="364" actId="20577"/>
        <pc:sldMkLst>
          <pc:docMk/>
          <pc:sldMk cId="1772563" sldId="264"/>
        </pc:sldMkLst>
        <pc:spChg chg="add del mod">
          <ac:chgData name="Ashfaque Ali" userId="df31fb59ce55fd73" providerId="LiveId" clId="{5662FC61-25F4-4D1C-8DF3-B04DCA59E6ED}" dt="2024-03-02T09:17:42.972" v="304" actId="478"/>
          <ac:spMkLst>
            <pc:docMk/>
            <pc:sldMk cId="1772563" sldId="264"/>
            <ac:spMk id="2" creationId="{7ECB2B35-655E-CEBB-63E4-5F0CECA9FE27}"/>
          </ac:spMkLst>
        </pc:spChg>
        <pc:spChg chg="add mod">
          <ac:chgData name="Ashfaque Ali" userId="df31fb59ce55fd73" providerId="LiveId" clId="{5662FC61-25F4-4D1C-8DF3-B04DCA59E6ED}" dt="2024-03-02T09:30:36.809" v="344" actId="1076"/>
          <ac:spMkLst>
            <pc:docMk/>
            <pc:sldMk cId="1772563" sldId="264"/>
            <ac:spMk id="4" creationId="{A4EF2A6A-8F21-5A1D-F650-39A76D5320E2}"/>
          </ac:spMkLst>
        </pc:spChg>
        <pc:spChg chg="add mod">
          <ac:chgData name="Ashfaque Ali" userId="df31fb59ce55fd73" providerId="LiveId" clId="{5662FC61-25F4-4D1C-8DF3-B04DCA59E6ED}" dt="2024-03-02T09:30:41.574" v="345" actId="1076"/>
          <ac:spMkLst>
            <pc:docMk/>
            <pc:sldMk cId="1772563" sldId="264"/>
            <ac:spMk id="6" creationId="{80F0641C-A923-E701-A645-16C7D745B930}"/>
          </ac:spMkLst>
        </pc:spChg>
        <pc:spChg chg="add del">
          <ac:chgData name="Ashfaque Ali" userId="df31fb59ce55fd73" providerId="LiveId" clId="{5662FC61-25F4-4D1C-8DF3-B04DCA59E6ED}" dt="2024-03-02T09:20:09.071" v="322" actId="478"/>
          <ac:spMkLst>
            <pc:docMk/>
            <pc:sldMk cId="1772563" sldId="264"/>
            <ac:spMk id="8" creationId="{AFEC4912-EBE1-C1B5-CC28-DE752A720D38}"/>
          </ac:spMkLst>
        </pc:spChg>
        <pc:spChg chg="add del">
          <ac:chgData name="Ashfaque Ali" userId="df31fb59ce55fd73" providerId="LiveId" clId="{5662FC61-25F4-4D1C-8DF3-B04DCA59E6ED}" dt="2024-03-02T09:22:36.922" v="324" actId="478"/>
          <ac:spMkLst>
            <pc:docMk/>
            <pc:sldMk cId="1772563" sldId="264"/>
            <ac:spMk id="10" creationId="{CEB68E87-76E3-11B1-A5E9-3B5B58F7EF7A}"/>
          </ac:spMkLst>
        </pc:spChg>
        <pc:spChg chg="add mod">
          <ac:chgData name="Ashfaque Ali" userId="df31fb59ce55fd73" providerId="LiveId" clId="{5662FC61-25F4-4D1C-8DF3-B04DCA59E6ED}" dt="2024-03-02T09:44:17.607" v="364" actId="20577"/>
          <ac:spMkLst>
            <pc:docMk/>
            <pc:sldMk cId="1772563" sldId="264"/>
            <ac:spMk id="12" creationId="{A3547EF4-BBC3-8F99-A4FB-75BF0A66E260}"/>
          </ac:spMkLst>
        </pc:spChg>
        <pc:spChg chg="add mod">
          <ac:chgData name="Ashfaque Ali" userId="df31fb59ce55fd73" providerId="LiveId" clId="{5662FC61-25F4-4D1C-8DF3-B04DCA59E6ED}" dt="2024-03-02T09:31:08.059" v="355" actId="1076"/>
          <ac:spMkLst>
            <pc:docMk/>
            <pc:sldMk cId="1772563" sldId="264"/>
            <ac:spMk id="14" creationId="{1DEEC0C1-DF7F-B4DC-B606-6F055C982E42}"/>
          </ac:spMkLst>
        </pc:spChg>
        <pc:spChg chg="add del">
          <ac:chgData name="Ashfaque Ali" userId="df31fb59ce55fd73" providerId="LiveId" clId="{5662FC61-25F4-4D1C-8DF3-B04DCA59E6ED}" dt="2024-03-02T09:29:31.035" v="336" actId="26606"/>
          <ac:spMkLst>
            <pc:docMk/>
            <pc:sldMk cId="1772563" sldId="264"/>
            <ac:spMk id="20" creationId="{C0763A76-9F1C-4FC5-82B7-DD475DA461B2}"/>
          </ac:spMkLst>
        </pc:spChg>
        <pc:spChg chg="add del">
          <ac:chgData name="Ashfaque Ali" userId="df31fb59ce55fd73" providerId="LiveId" clId="{5662FC61-25F4-4D1C-8DF3-B04DCA59E6ED}" dt="2024-03-02T09:29:31.035" v="336" actId="26606"/>
          <ac:spMkLst>
            <pc:docMk/>
            <pc:sldMk cId="1772563" sldId="264"/>
            <ac:spMk id="22" creationId="{E81BF4F6-F2CF-4984-9D14-D6966D92F99F}"/>
          </ac:spMkLst>
        </pc:spChg>
        <pc:picChg chg="add del">
          <ac:chgData name="Ashfaque Ali" userId="df31fb59ce55fd73" providerId="LiveId" clId="{5662FC61-25F4-4D1C-8DF3-B04DCA59E6ED}" dt="2024-03-02T09:29:31.035" v="336" actId="26606"/>
          <ac:picMkLst>
            <pc:docMk/>
            <pc:sldMk cId="1772563" sldId="264"/>
            <ac:picMk id="16" creationId="{2A5326AE-C73D-5850-C90F-FF1A8D387524}"/>
          </ac:picMkLst>
        </pc:picChg>
      </pc:sldChg>
      <pc:sldChg chg="addSp modSp new mod">
        <pc:chgData name="Ashfaque Ali" userId="df31fb59ce55fd73" providerId="LiveId" clId="{5662FC61-25F4-4D1C-8DF3-B04DCA59E6ED}" dt="2024-03-02T09:31:51.270" v="358" actId="14100"/>
        <pc:sldMkLst>
          <pc:docMk/>
          <pc:sldMk cId="659226227" sldId="265"/>
        </pc:sldMkLst>
        <pc:picChg chg="add mod">
          <ac:chgData name="Ashfaque Ali" userId="df31fb59ce55fd73" providerId="LiveId" clId="{5662FC61-25F4-4D1C-8DF3-B04DCA59E6ED}" dt="2024-03-02T09:31:51.270" v="358" actId="14100"/>
          <ac:picMkLst>
            <pc:docMk/>
            <pc:sldMk cId="659226227" sldId="265"/>
            <ac:picMk id="3" creationId="{3A190207-750C-562C-1217-738AB0D16E9B}"/>
          </ac:picMkLst>
        </pc:picChg>
      </pc:sldChg>
      <pc:sldChg chg="addSp modSp new mod">
        <pc:chgData name="Ashfaque Ali" userId="df31fb59ce55fd73" providerId="LiveId" clId="{5662FC61-25F4-4D1C-8DF3-B04DCA59E6ED}" dt="2024-03-02T09:39:49.485" v="362" actId="962"/>
        <pc:sldMkLst>
          <pc:docMk/>
          <pc:sldMk cId="1084487544" sldId="266"/>
        </pc:sldMkLst>
        <pc:picChg chg="add mod">
          <ac:chgData name="Ashfaque Ali" userId="df31fb59ce55fd73" providerId="LiveId" clId="{5662FC61-25F4-4D1C-8DF3-B04DCA59E6ED}" dt="2024-03-02T09:39:49.485" v="362" actId="962"/>
          <ac:picMkLst>
            <pc:docMk/>
            <pc:sldMk cId="1084487544" sldId="266"/>
            <ac:picMk id="3" creationId="{ACCE6CB7-BCAB-2D7D-6591-522E67F72BD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5770BF-78F5-45AC-86CB-D216CD43A430}"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A713DE86-8001-4E03-9C98-156C71DAE39F}">
      <dgm:prSet custT="1"/>
      <dgm:spPr/>
      <dgm:t>
        <a:bodyPr/>
        <a:lstStyle/>
        <a:p>
          <a:r>
            <a:rPr lang="en-US" sz="2400" b="0" i="0" dirty="0"/>
            <a:t>Python works on different platforms (Windows, Mac, Linux, Raspberry Pi, </a:t>
          </a:r>
          <a:r>
            <a:rPr lang="en-US" sz="2400" b="0" i="0" dirty="0" err="1"/>
            <a:t>etc</a:t>
          </a:r>
          <a:r>
            <a:rPr lang="en-US" sz="2400" b="0" i="0" dirty="0"/>
            <a:t>).</a:t>
          </a:r>
          <a:endParaRPr lang="en-US" sz="2400" dirty="0"/>
        </a:p>
      </dgm:t>
    </dgm:pt>
    <dgm:pt modelId="{B47CC98C-11DF-462B-8D93-67AC881F8477}" type="parTrans" cxnId="{A8E6621F-45E6-4A35-9C1A-07DA04C6F20D}">
      <dgm:prSet/>
      <dgm:spPr/>
      <dgm:t>
        <a:bodyPr/>
        <a:lstStyle/>
        <a:p>
          <a:endParaRPr lang="en-US"/>
        </a:p>
      </dgm:t>
    </dgm:pt>
    <dgm:pt modelId="{205C4D22-1B10-4448-AE53-80F112F9A9FA}" type="sibTrans" cxnId="{A8E6621F-45E6-4A35-9C1A-07DA04C6F20D}">
      <dgm:prSet/>
      <dgm:spPr/>
      <dgm:t>
        <a:bodyPr/>
        <a:lstStyle/>
        <a:p>
          <a:endParaRPr lang="en-US"/>
        </a:p>
      </dgm:t>
    </dgm:pt>
    <dgm:pt modelId="{EB4B03DD-F383-4791-8AE8-A8B0F11AF1A2}">
      <dgm:prSet custT="1"/>
      <dgm:spPr/>
      <dgm:t>
        <a:bodyPr/>
        <a:lstStyle/>
        <a:p>
          <a:r>
            <a:rPr lang="en-US" sz="2400" b="0" i="0" dirty="0"/>
            <a:t>Python has a simple syntax similar to the English language.</a:t>
          </a:r>
          <a:endParaRPr lang="en-US" sz="2400" dirty="0"/>
        </a:p>
      </dgm:t>
    </dgm:pt>
    <dgm:pt modelId="{2072B779-CE0E-48BB-A433-DFD8A8CAE40F}" type="parTrans" cxnId="{EDB7D3D5-CF23-4C83-A7A0-E4DA852B88EE}">
      <dgm:prSet/>
      <dgm:spPr/>
      <dgm:t>
        <a:bodyPr/>
        <a:lstStyle/>
        <a:p>
          <a:endParaRPr lang="en-US"/>
        </a:p>
      </dgm:t>
    </dgm:pt>
    <dgm:pt modelId="{42BE9DCE-FB7E-42A4-BD18-3B53A3C9EEEE}" type="sibTrans" cxnId="{EDB7D3D5-CF23-4C83-A7A0-E4DA852B88EE}">
      <dgm:prSet/>
      <dgm:spPr/>
      <dgm:t>
        <a:bodyPr/>
        <a:lstStyle/>
        <a:p>
          <a:endParaRPr lang="en-US"/>
        </a:p>
      </dgm:t>
    </dgm:pt>
    <dgm:pt modelId="{109DB240-6DBA-4237-A0D6-C89226397B71}">
      <dgm:prSet custT="1"/>
      <dgm:spPr/>
      <dgm:t>
        <a:bodyPr/>
        <a:lstStyle/>
        <a:p>
          <a:r>
            <a:rPr lang="en-US" sz="2000" b="0" i="0" dirty="0"/>
            <a:t>Python has syntax that allows developers to write programs with fewer lines than some other programming languages.</a:t>
          </a:r>
          <a:endParaRPr lang="en-US" sz="2000" dirty="0"/>
        </a:p>
      </dgm:t>
    </dgm:pt>
    <dgm:pt modelId="{1A68E0A9-41E5-4B21-8546-51CC6BDF8A2D}" type="parTrans" cxnId="{1B146255-64B5-46D5-B5E2-BDDCF446192F}">
      <dgm:prSet/>
      <dgm:spPr/>
      <dgm:t>
        <a:bodyPr/>
        <a:lstStyle/>
        <a:p>
          <a:endParaRPr lang="en-US"/>
        </a:p>
      </dgm:t>
    </dgm:pt>
    <dgm:pt modelId="{974588BD-F22B-4CEB-B09F-C0782DE9DF08}" type="sibTrans" cxnId="{1B146255-64B5-46D5-B5E2-BDDCF446192F}">
      <dgm:prSet/>
      <dgm:spPr/>
      <dgm:t>
        <a:bodyPr/>
        <a:lstStyle/>
        <a:p>
          <a:endParaRPr lang="en-US"/>
        </a:p>
      </dgm:t>
    </dgm:pt>
    <dgm:pt modelId="{ED16C346-85A4-486C-84C9-068D0CF4A6A0}">
      <dgm:prSet custT="1"/>
      <dgm:spPr/>
      <dgm:t>
        <a:bodyPr/>
        <a:lstStyle/>
        <a:p>
          <a:r>
            <a:rPr lang="en-US" sz="1800" b="0" i="0" dirty="0"/>
            <a:t>Python runs on an interpreter system, meaning that code can be executed as soon as it is written. This means that prototyping can be very quick.</a:t>
          </a:r>
          <a:endParaRPr lang="en-US" sz="1800" dirty="0"/>
        </a:p>
      </dgm:t>
    </dgm:pt>
    <dgm:pt modelId="{FC9AA8A2-AEF5-4784-9B55-6D0AC0A90FDC}" type="parTrans" cxnId="{378143CB-B6CF-4A54-8903-656FC57A5EA9}">
      <dgm:prSet/>
      <dgm:spPr/>
      <dgm:t>
        <a:bodyPr/>
        <a:lstStyle/>
        <a:p>
          <a:endParaRPr lang="en-US"/>
        </a:p>
      </dgm:t>
    </dgm:pt>
    <dgm:pt modelId="{3538B4F0-FD48-4010-9639-FEFC892370BC}" type="sibTrans" cxnId="{378143CB-B6CF-4A54-8903-656FC57A5EA9}">
      <dgm:prSet/>
      <dgm:spPr/>
      <dgm:t>
        <a:bodyPr/>
        <a:lstStyle/>
        <a:p>
          <a:endParaRPr lang="en-US"/>
        </a:p>
      </dgm:t>
    </dgm:pt>
    <dgm:pt modelId="{399F2C45-552A-438D-A635-3E4FE5025338}">
      <dgm:prSet custT="1"/>
      <dgm:spPr/>
      <dgm:t>
        <a:bodyPr/>
        <a:lstStyle/>
        <a:p>
          <a:r>
            <a:rPr lang="en-US" sz="2000" b="0" i="0" dirty="0"/>
            <a:t>Python can be treated in a procedural way, an object-oriented way or a functional way.</a:t>
          </a:r>
          <a:endParaRPr lang="en-US" sz="2000" dirty="0"/>
        </a:p>
      </dgm:t>
    </dgm:pt>
    <dgm:pt modelId="{9C1C9B78-149C-42DE-9C64-64A15DFCD103}" type="parTrans" cxnId="{DE0C6274-CEB3-4DC7-A065-5C0BF2171B76}">
      <dgm:prSet/>
      <dgm:spPr/>
      <dgm:t>
        <a:bodyPr/>
        <a:lstStyle/>
        <a:p>
          <a:endParaRPr lang="en-US"/>
        </a:p>
      </dgm:t>
    </dgm:pt>
    <dgm:pt modelId="{A308B4B6-9386-4B80-AD99-F15A36C7862A}" type="sibTrans" cxnId="{DE0C6274-CEB3-4DC7-A065-5C0BF2171B76}">
      <dgm:prSet/>
      <dgm:spPr/>
      <dgm:t>
        <a:bodyPr/>
        <a:lstStyle/>
        <a:p>
          <a:endParaRPr lang="en-US"/>
        </a:p>
      </dgm:t>
    </dgm:pt>
    <dgm:pt modelId="{05B4F0B9-B5D6-4845-8ABE-5E692F78F4DF}" type="pres">
      <dgm:prSet presAssocID="{A85770BF-78F5-45AC-86CB-D216CD43A430}" presName="outerComposite" presStyleCnt="0">
        <dgm:presLayoutVars>
          <dgm:chMax val="5"/>
          <dgm:dir/>
          <dgm:resizeHandles val="exact"/>
        </dgm:presLayoutVars>
      </dgm:prSet>
      <dgm:spPr/>
    </dgm:pt>
    <dgm:pt modelId="{C782D3FC-4F3B-4FD4-8A2E-0A9BDD409347}" type="pres">
      <dgm:prSet presAssocID="{A85770BF-78F5-45AC-86CB-D216CD43A430}" presName="dummyMaxCanvas" presStyleCnt="0">
        <dgm:presLayoutVars/>
      </dgm:prSet>
      <dgm:spPr/>
    </dgm:pt>
    <dgm:pt modelId="{1CECC55C-78C2-4548-AC34-FF563FFC5C39}" type="pres">
      <dgm:prSet presAssocID="{A85770BF-78F5-45AC-86CB-D216CD43A430}" presName="FiveNodes_1" presStyleLbl="node1" presStyleIdx="0" presStyleCnt="5">
        <dgm:presLayoutVars>
          <dgm:bulletEnabled val="1"/>
        </dgm:presLayoutVars>
      </dgm:prSet>
      <dgm:spPr/>
    </dgm:pt>
    <dgm:pt modelId="{8BF64876-72AF-41B1-BE40-FC9C41E5403E}" type="pres">
      <dgm:prSet presAssocID="{A85770BF-78F5-45AC-86CB-D216CD43A430}" presName="FiveNodes_2" presStyleLbl="node1" presStyleIdx="1" presStyleCnt="5">
        <dgm:presLayoutVars>
          <dgm:bulletEnabled val="1"/>
        </dgm:presLayoutVars>
      </dgm:prSet>
      <dgm:spPr/>
    </dgm:pt>
    <dgm:pt modelId="{7741D05E-B739-48FA-B952-7023A48119BB}" type="pres">
      <dgm:prSet presAssocID="{A85770BF-78F5-45AC-86CB-D216CD43A430}" presName="FiveNodes_3" presStyleLbl="node1" presStyleIdx="2" presStyleCnt="5" custScaleX="106966">
        <dgm:presLayoutVars>
          <dgm:bulletEnabled val="1"/>
        </dgm:presLayoutVars>
      </dgm:prSet>
      <dgm:spPr/>
    </dgm:pt>
    <dgm:pt modelId="{2E7ECA69-7920-4243-8BDD-E8B162110F6E}" type="pres">
      <dgm:prSet presAssocID="{A85770BF-78F5-45AC-86CB-D216CD43A430}" presName="FiveNodes_4" presStyleLbl="node1" presStyleIdx="3" presStyleCnt="5" custScaleX="114168">
        <dgm:presLayoutVars>
          <dgm:bulletEnabled val="1"/>
        </dgm:presLayoutVars>
      </dgm:prSet>
      <dgm:spPr/>
    </dgm:pt>
    <dgm:pt modelId="{0F38F798-CF3F-450B-9E1E-3E65A2281D0D}" type="pres">
      <dgm:prSet presAssocID="{A85770BF-78F5-45AC-86CB-D216CD43A430}" presName="FiveNodes_5" presStyleLbl="node1" presStyleIdx="4" presStyleCnt="5">
        <dgm:presLayoutVars>
          <dgm:bulletEnabled val="1"/>
        </dgm:presLayoutVars>
      </dgm:prSet>
      <dgm:spPr/>
    </dgm:pt>
    <dgm:pt modelId="{0743F775-594D-494E-804A-52272E9FDED4}" type="pres">
      <dgm:prSet presAssocID="{A85770BF-78F5-45AC-86CB-D216CD43A430}" presName="FiveConn_1-2" presStyleLbl="fgAccFollowNode1" presStyleIdx="0" presStyleCnt="4">
        <dgm:presLayoutVars>
          <dgm:bulletEnabled val="1"/>
        </dgm:presLayoutVars>
      </dgm:prSet>
      <dgm:spPr/>
    </dgm:pt>
    <dgm:pt modelId="{B2E2C309-072A-47DE-955A-F9B5202A6DC6}" type="pres">
      <dgm:prSet presAssocID="{A85770BF-78F5-45AC-86CB-D216CD43A430}" presName="FiveConn_2-3" presStyleLbl="fgAccFollowNode1" presStyleIdx="1" presStyleCnt="4">
        <dgm:presLayoutVars>
          <dgm:bulletEnabled val="1"/>
        </dgm:presLayoutVars>
      </dgm:prSet>
      <dgm:spPr/>
    </dgm:pt>
    <dgm:pt modelId="{5D69FC96-992A-476C-857F-308ACA0C6171}" type="pres">
      <dgm:prSet presAssocID="{A85770BF-78F5-45AC-86CB-D216CD43A430}" presName="FiveConn_3-4" presStyleLbl="fgAccFollowNode1" presStyleIdx="2" presStyleCnt="4">
        <dgm:presLayoutVars>
          <dgm:bulletEnabled val="1"/>
        </dgm:presLayoutVars>
      </dgm:prSet>
      <dgm:spPr/>
    </dgm:pt>
    <dgm:pt modelId="{AFB0548B-2AC6-4BC1-8151-9C182AF28CCF}" type="pres">
      <dgm:prSet presAssocID="{A85770BF-78F5-45AC-86CB-D216CD43A430}" presName="FiveConn_4-5" presStyleLbl="fgAccFollowNode1" presStyleIdx="3" presStyleCnt="4">
        <dgm:presLayoutVars>
          <dgm:bulletEnabled val="1"/>
        </dgm:presLayoutVars>
      </dgm:prSet>
      <dgm:spPr/>
    </dgm:pt>
    <dgm:pt modelId="{A8B98A81-AD23-4894-BCB8-A68113BF0CB1}" type="pres">
      <dgm:prSet presAssocID="{A85770BF-78F5-45AC-86CB-D216CD43A430}" presName="FiveNodes_1_text" presStyleLbl="node1" presStyleIdx="4" presStyleCnt="5">
        <dgm:presLayoutVars>
          <dgm:bulletEnabled val="1"/>
        </dgm:presLayoutVars>
      </dgm:prSet>
      <dgm:spPr/>
    </dgm:pt>
    <dgm:pt modelId="{D5A50AB6-0384-4B6B-BCEB-11415A521B58}" type="pres">
      <dgm:prSet presAssocID="{A85770BF-78F5-45AC-86CB-D216CD43A430}" presName="FiveNodes_2_text" presStyleLbl="node1" presStyleIdx="4" presStyleCnt="5">
        <dgm:presLayoutVars>
          <dgm:bulletEnabled val="1"/>
        </dgm:presLayoutVars>
      </dgm:prSet>
      <dgm:spPr/>
    </dgm:pt>
    <dgm:pt modelId="{D1CCB4C8-55B4-4A8D-9C09-C19E8399C3E5}" type="pres">
      <dgm:prSet presAssocID="{A85770BF-78F5-45AC-86CB-D216CD43A430}" presName="FiveNodes_3_text" presStyleLbl="node1" presStyleIdx="4" presStyleCnt="5">
        <dgm:presLayoutVars>
          <dgm:bulletEnabled val="1"/>
        </dgm:presLayoutVars>
      </dgm:prSet>
      <dgm:spPr/>
    </dgm:pt>
    <dgm:pt modelId="{B507CB4B-872E-4C4A-9DEF-F74C49D2A873}" type="pres">
      <dgm:prSet presAssocID="{A85770BF-78F5-45AC-86CB-D216CD43A430}" presName="FiveNodes_4_text" presStyleLbl="node1" presStyleIdx="4" presStyleCnt="5">
        <dgm:presLayoutVars>
          <dgm:bulletEnabled val="1"/>
        </dgm:presLayoutVars>
      </dgm:prSet>
      <dgm:spPr/>
    </dgm:pt>
    <dgm:pt modelId="{7500AADB-3252-4B60-9D6C-B244AD15D021}" type="pres">
      <dgm:prSet presAssocID="{A85770BF-78F5-45AC-86CB-D216CD43A430}" presName="FiveNodes_5_text" presStyleLbl="node1" presStyleIdx="4" presStyleCnt="5">
        <dgm:presLayoutVars>
          <dgm:bulletEnabled val="1"/>
        </dgm:presLayoutVars>
      </dgm:prSet>
      <dgm:spPr/>
    </dgm:pt>
  </dgm:ptLst>
  <dgm:cxnLst>
    <dgm:cxn modelId="{32ED6213-FBAB-4559-A8A2-8112D6751354}" type="presOf" srcId="{EB4B03DD-F383-4791-8AE8-A8B0F11AF1A2}" destId="{D5A50AB6-0384-4B6B-BCEB-11415A521B58}" srcOrd="1" destOrd="0" presId="urn:microsoft.com/office/officeart/2005/8/layout/vProcess5"/>
    <dgm:cxn modelId="{605DBC1D-3BD9-46E3-945D-83FD39C832A8}" type="presOf" srcId="{A85770BF-78F5-45AC-86CB-D216CD43A430}" destId="{05B4F0B9-B5D6-4845-8ABE-5E692F78F4DF}" srcOrd="0" destOrd="0" presId="urn:microsoft.com/office/officeart/2005/8/layout/vProcess5"/>
    <dgm:cxn modelId="{A8E6621F-45E6-4A35-9C1A-07DA04C6F20D}" srcId="{A85770BF-78F5-45AC-86CB-D216CD43A430}" destId="{A713DE86-8001-4E03-9C98-156C71DAE39F}" srcOrd="0" destOrd="0" parTransId="{B47CC98C-11DF-462B-8D93-67AC881F8477}" sibTransId="{205C4D22-1B10-4448-AE53-80F112F9A9FA}"/>
    <dgm:cxn modelId="{57E9D335-2AA1-4FF0-8F39-5DD00331BA5D}" type="presOf" srcId="{399F2C45-552A-438D-A635-3E4FE5025338}" destId="{0F38F798-CF3F-450B-9E1E-3E65A2281D0D}" srcOrd="0" destOrd="0" presId="urn:microsoft.com/office/officeart/2005/8/layout/vProcess5"/>
    <dgm:cxn modelId="{88B7B665-8CD7-4FA9-866C-987B32C6A4A8}" type="presOf" srcId="{A713DE86-8001-4E03-9C98-156C71DAE39F}" destId="{A8B98A81-AD23-4894-BCB8-A68113BF0CB1}" srcOrd="1" destOrd="0" presId="urn:microsoft.com/office/officeart/2005/8/layout/vProcess5"/>
    <dgm:cxn modelId="{59EB3E66-B43C-4A81-AD8D-95317C0A03C4}" type="presOf" srcId="{109DB240-6DBA-4237-A0D6-C89226397B71}" destId="{7741D05E-B739-48FA-B952-7023A48119BB}" srcOrd="0" destOrd="0" presId="urn:microsoft.com/office/officeart/2005/8/layout/vProcess5"/>
    <dgm:cxn modelId="{D9F7856E-01AF-403C-A4EF-A952AD37BC7D}" type="presOf" srcId="{399F2C45-552A-438D-A635-3E4FE5025338}" destId="{7500AADB-3252-4B60-9D6C-B244AD15D021}" srcOrd="1" destOrd="0" presId="urn:microsoft.com/office/officeart/2005/8/layout/vProcess5"/>
    <dgm:cxn modelId="{D80D2874-1219-498E-9DF5-D29175F48A7D}" type="presOf" srcId="{ED16C346-85A4-486C-84C9-068D0CF4A6A0}" destId="{B507CB4B-872E-4C4A-9DEF-F74C49D2A873}" srcOrd="1" destOrd="0" presId="urn:microsoft.com/office/officeart/2005/8/layout/vProcess5"/>
    <dgm:cxn modelId="{DE0C6274-CEB3-4DC7-A065-5C0BF2171B76}" srcId="{A85770BF-78F5-45AC-86CB-D216CD43A430}" destId="{399F2C45-552A-438D-A635-3E4FE5025338}" srcOrd="4" destOrd="0" parTransId="{9C1C9B78-149C-42DE-9C64-64A15DFCD103}" sibTransId="{A308B4B6-9386-4B80-AD99-F15A36C7862A}"/>
    <dgm:cxn modelId="{1B146255-64B5-46D5-B5E2-BDDCF446192F}" srcId="{A85770BF-78F5-45AC-86CB-D216CD43A430}" destId="{109DB240-6DBA-4237-A0D6-C89226397B71}" srcOrd="2" destOrd="0" parTransId="{1A68E0A9-41E5-4B21-8546-51CC6BDF8A2D}" sibTransId="{974588BD-F22B-4CEB-B09F-C0782DE9DF08}"/>
    <dgm:cxn modelId="{C3CCC5BD-F562-42FE-A94C-B8749385E44B}" type="presOf" srcId="{205C4D22-1B10-4448-AE53-80F112F9A9FA}" destId="{0743F775-594D-494E-804A-52272E9FDED4}" srcOrd="0" destOrd="0" presId="urn:microsoft.com/office/officeart/2005/8/layout/vProcess5"/>
    <dgm:cxn modelId="{72923BBF-333D-4F5D-BCFA-85A419579E07}" type="presOf" srcId="{EB4B03DD-F383-4791-8AE8-A8B0F11AF1A2}" destId="{8BF64876-72AF-41B1-BE40-FC9C41E5403E}" srcOrd="0" destOrd="0" presId="urn:microsoft.com/office/officeart/2005/8/layout/vProcess5"/>
    <dgm:cxn modelId="{378143CB-B6CF-4A54-8903-656FC57A5EA9}" srcId="{A85770BF-78F5-45AC-86CB-D216CD43A430}" destId="{ED16C346-85A4-486C-84C9-068D0CF4A6A0}" srcOrd="3" destOrd="0" parTransId="{FC9AA8A2-AEF5-4784-9B55-6D0AC0A90FDC}" sibTransId="{3538B4F0-FD48-4010-9639-FEFC892370BC}"/>
    <dgm:cxn modelId="{ADC2D5CC-52E8-42B0-9BAA-95B7CBE7D66B}" type="presOf" srcId="{3538B4F0-FD48-4010-9639-FEFC892370BC}" destId="{AFB0548B-2AC6-4BC1-8151-9C182AF28CCF}" srcOrd="0" destOrd="0" presId="urn:microsoft.com/office/officeart/2005/8/layout/vProcess5"/>
    <dgm:cxn modelId="{EDB7D3D5-CF23-4C83-A7A0-E4DA852B88EE}" srcId="{A85770BF-78F5-45AC-86CB-D216CD43A430}" destId="{EB4B03DD-F383-4791-8AE8-A8B0F11AF1A2}" srcOrd="1" destOrd="0" parTransId="{2072B779-CE0E-48BB-A433-DFD8A8CAE40F}" sibTransId="{42BE9DCE-FB7E-42A4-BD18-3B53A3C9EEEE}"/>
    <dgm:cxn modelId="{0AA0DCD8-FE0B-446B-97D8-68757A2BBD1E}" type="presOf" srcId="{109DB240-6DBA-4237-A0D6-C89226397B71}" destId="{D1CCB4C8-55B4-4A8D-9C09-C19E8399C3E5}" srcOrd="1" destOrd="0" presId="urn:microsoft.com/office/officeart/2005/8/layout/vProcess5"/>
    <dgm:cxn modelId="{8F0B89DE-0C8E-4625-A44F-401DFF2238D5}" type="presOf" srcId="{ED16C346-85A4-486C-84C9-068D0CF4A6A0}" destId="{2E7ECA69-7920-4243-8BDD-E8B162110F6E}" srcOrd="0" destOrd="0" presId="urn:microsoft.com/office/officeart/2005/8/layout/vProcess5"/>
    <dgm:cxn modelId="{1011E5E6-0F99-4B43-8F63-5D2B5925CB62}" type="presOf" srcId="{974588BD-F22B-4CEB-B09F-C0782DE9DF08}" destId="{5D69FC96-992A-476C-857F-308ACA0C6171}" srcOrd="0" destOrd="0" presId="urn:microsoft.com/office/officeart/2005/8/layout/vProcess5"/>
    <dgm:cxn modelId="{3790EEF4-3DF8-4F62-B882-466F11F40F9F}" type="presOf" srcId="{42BE9DCE-FB7E-42A4-BD18-3B53A3C9EEEE}" destId="{B2E2C309-072A-47DE-955A-F9B5202A6DC6}" srcOrd="0" destOrd="0" presId="urn:microsoft.com/office/officeart/2005/8/layout/vProcess5"/>
    <dgm:cxn modelId="{152CCDFD-A742-47CE-B92B-7C4F997AE10B}" type="presOf" srcId="{A713DE86-8001-4E03-9C98-156C71DAE39F}" destId="{1CECC55C-78C2-4548-AC34-FF563FFC5C39}" srcOrd="0" destOrd="0" presId="urn:microsoft.com/office/officeart/2005/8/layout/vProcess5"/>
    <dgm:cxn modelId="{F1F5A7DC-D77B-4B3F-8049-1F0E89A9B9A3}" type="presParOf" srcId="{05B4F0B9-B5D6-4845-8ABE-5E692F78F4DF}" destId="{C782D3FC-4F3B-4FD4-8A2E-0A9BDD409347}" srcOrd="0" destOrd="0" presId="urn:microsoft.com/office/officeart/2005/8/layout/vProcess5"/>
    <dgm:cxn modelId="{F753A44E-D2EB-4565-9D94-B2F1DB5B0417}" type="presParOf" srcId="{05B4F0B9-B5D6-4845-8ABE-5E692F78F4DF}" destId="{1CECC55C-78C2-4548-AC34-FF563FFC5C39}" srcOrd="1" destOrd="0" presId="urn:microsoft.com/office/officeart/2005/8/layout/vProcess5"/>
    <dgm:cxn modelId="{CEE73AC9-8203-4E8B-A889-64A033367494}" type="presParOf" srcId="{05B4F0B9-B5D6-4845-8ABE-5E692F78F4DF}" destId="{8BF64876-72AF-41B1-BE40-FC9C41E5403E}" srcOrd="2" destOrd="0" presId="urn:microsoft.com/office/officeart/2005/8/layout/vProcess5"/>
    <dgm:cxn modelId="{5C14D7CC-A371-431A-97EA-F6AF673F60F3}" type="presParOf" srcId="{05B4F0B9-B5D6-4845-8ABE-5E692F78F4DF}" destId="{7741D05E-B739-48FA-B952-7023A48119BB}" srcOrd="3" destOrd="0" presId="urn:microsoft.com/office/officeart/2005/8/layout/vProcess5"/>
    <dgm:cxn modelId="{4D12EF92-F81C-41CE-A090-FAA562C3EAFE}" type="presParOf" srcId="{05B4F0B9-B5D6-4845-8ABE-5E692F78F4DF}" destId="{2E7ECA69-7920-4243-8BDD-E8B162110F6E}" srcOrd="4" destOrd="0" presId="urn:microsoft.com/office/officeart/2005/8/layout/vProcess5"/>
    <dgm:cxn modelId="{BFC05FEF-CCF4-48BC-BC0E-4B876337CD3C}" type="presParOf" srcId="{05B4F0B9-B5D6-4845-8ABE-5E692F78F4DF}" destId="{0F38F798-CF3F-450B-9E1E-3E65A2281D0D}" srcOrd="5" destOrd="0" presId="urn:microsoft.com/office/officeart/2005/8/layout/vProcess5"/>
    <dgm:cxn modelId="{871C8697-993A-4B15-8751-6C66CC146372}" type="presParOf" srcId="{05B4F0B9-B5D6-4845-8ABE-5E692F78F4DF}" destId="{0743F775-594D-494E-804A-52272E9FDED4}" srcOrd="6" destOrd="0" presId="urn:microsoft.com/office/officeart/2005/8/layout/vProcess5"/>
    <dgm:cxn modelId="{103B662A-288B-4EA9-8F18-458295CE274E}" type="presParOf" srcId="{05B4F0B9-B5D6-4845-8ABE-5E692F78F4DF}" destId="{B2E2C309-072A-47DE-955A-F9B5202A6DC6}" srcOrd="7" destOrd="0" presId="urn:microsoft.com/office/officeart/2005/8/layout/vProcess5"/>
    <dgm:cxn modelId="{017E8F4A-D1F2-48BB-BF82-9FF057C34EAB}" type="presParOf" srcId="{05B4F0B9-B5D6-4845-8ABE-5E692F78F4DF}" destId="{5D69FC96-992A-476C-857F-308ACA0C6171}" srcOrd="8" destOrd="0" presId="urn:microsoft.com/office/officeart/2005/8/layout/vProcess5"/>
    <dgm:cxn modelId="{8DF43DE9-CDB3-4073-B071-9AD97374C257}" type="presParOf" srcId="{05B4F0B9-B5D6-4845-8ABE-5E692F78F4DF}" destId="{AFB0548B-2AC6-4BC1-8151-9C182AF28CCF}" srcOrd="9" destOrd="0" presId="urn:microsoft.com/office/officeart/2005/8/layout/vProcess5"/>
    <dgm:cxn modelId="{150D474A-526B-4CF5-A855-1DEBBF2AB23E}" type="presParOf" srcId="{05B4F0B9-B5D6-4845-8ABE-5E692F78F4DF}" destId="{A8B98A81-AD23-4894-BCB8-A68113BF0CB1}" srcOrd="10" destOrd="0" presId="urn:microsoft.com/office/officeart/2005/8/layout/vProcess5"/>
    <dgm:cxn modelId="{403943BD-2FFC-4219-913B-32D2D662EEA2}" type="presParOf" srcId="{05B4F0B9-B5D6-4845-8ABE-5E692F78F4DF}" destId="{D5A50AB6-0384-4B6B-BCEB-11415A521B58}" srcOrd="11" destOrd="0" presId="urn:microsoft.com/office/officeart/2005/8/layout/vProcess5"/>
    <dgm:cxn modelId="{0E37D5A1-C31C-4EB8-AC11-DA448E30692C}" type="presParOf" srcId="{05B4F0B9-B5D6-4845-8ABE-5E692F78F4DF}" destId="{D1CCB4C8-55B4-4A8D-9C09-C19E8399C3E5}" srcOrd="12" destOrd="0" presId="urn:microsoft.com/office/officeart/2005/8/layout/vProcess5"/>
    <dgm:cxn modelId="{08E3D7D4-37D9-462C-A467-6FF4F3FE9863}" type="presParOf" srcId="{05B4F0B9-B5D6-4845-8ABE-5E692F78F4DF}" destId="{B507CB4B-872E-4C4A-9DEF-F74C49D2A873}" srcOrd="13" destOrd="0" presId="urn:microsoft.com/office/officeart/2005/8/layout/vProcess5"/>
    <dgm:cxn modelId="{CCA15B5F-4AE1-4C79-9C23-F282F5171031}" type="presParOf" srcId="{05B4F0B9-B5D6-4845-8ABE-5E692F78F4DF}" destId="{7500AADB-3252-4B60-9D6C-B244AD15D021}"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ECC55C-78C2-4548-AC34-FF563FFC5C39}">
      <dsp:nvSpPr>
        <dsp:cNvPr id="0" name=""/>
        <dsp:cNvSpPr/>
      </dsp:nvSpPr>
      <dsp:spPr>
        <a:xfrm>
          <a:off x="0" y="0"/>
          <a:ext cx="5773521" cy="1021354"/>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Python works on different platforms (Windows, Mac, Linux, Raspberry Pi, </a:t>
          </a:r>
          <a:r>
            <a:rPr lang="en-US" sz="2400" b="0" i="0" kern="1200" dirty="0" err="1"/>
            <a:t>etc</a:t>
          </a:r>
          <a:r>
            <a:rPr lang="en-US" sz="2400" b="0" i="0" kern="1200" dirty="0"/>
            <a:t>).</a:t>
          </a:r>
          <a:endParaRPr lang="en-US" sz="2400" kern="1200" dirty="0"/>
        </a:p>
      </dsp:txBody>
      <dsp:txXfrm>
        <a:off x="29914" y="29914"/>
        <a:ext cx="4551903" cy="961526"/>
      </dsp:txXfrm>
    </dsp:sp>
    <dsp:sp modelId="{8BF64876-72AF-41B1-BE40-FC9C41E5403E}">
      <dsp:nvSpPr>
        <dsp:cNvPr id="0" name=""/>
        <dsp:cNvSpPr/>
      </dsp:nvSpPr>
      <dsp:spPr>
        <a:xfrm>
          <a:off x="431139" y="1163208"/>
          <a:ext cx="5773521" cy="1021354"/>
        </a:xfrm>
        <a:prstGeom prst="roundRect">
          <a:avLst>
            <a:gd name="adj" fmla="val 10000"/>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Python has a simple syntax similar to the English language.</a:t>
          </a:r>
          <a:endParaRPr lang="en-US" sz="2400" kern="1200" dirty="0"/>
        </a:p>
      </dsp:txBody>
      <dsp:txXfrm>
        <a:off x="461053" y="1193122"/>
        <a:ext cx="4618673" cy="961526"/>
      </dsp:txXfrm>
    </dsp:sp>
    <dsp:sp modelId="{7741D05E-B739-48FA-B952-7023A48119BB}">
      <dsp:nvSpPr>
        <dsp:cNvPr id="0" name=""/>
        <dsp:cNvSpPr/>
      </dsp:nvSpPr>
      <dsp:spPr>
        <a:xfrm>
          <a:off x="661187" y="2326417"/>
          <a:ext cx="6175705" cy="1021354"/>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Python has syntax that allows developers to write programs with fewer lines than some other programming languages.</a:t>
          </a:r>
          <a:endParaRPr lang="en-US" sz="2000" kern="1200" dirty="0"/>
        </a:p>
      </dsp:txBody>
      <dsp:txXfrm>
        <a:off x="691101" y="2356331"/>
        <a:ext cx="4944578" cy="961526"/>
      </dsp:txXfrm>
    </dsp:sp>
    <dsp:sp modelId="{2E7ECA69-7920-4243-8BDD-E8B162110F6E}">
      <dsp:nvSpPr>
        <dsp:cNvPr id="0" name=""/>
        <dsp:cNvSpPr/>
      </dsp:nvSpPr>
      <dsp:spPr>
        <a:xfrm>
          <a:off x="884422" y="3489626"/>
          <a:ext cx="6591514" cy="1021354"/>
        </a:xfrm>
        <a:prstGeom prst="roundRect">
          <a:avLst>
            <a:gd name="adj" fmla="val 10000"/>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Python runs on an interpreter system, meaning that code can be executed as soon as it is written. This means that prototyping can be very quick.</a:t>
          </a:r>
          <a:endParaRPr lang="en-US" sz="1800" kern="1200" dirty="0"/>
        </a:p>
      </dsp:txBody>
      <dsp:txXfrm>
        <a:off x="914336" y="3519540"/>
        <a:ext cx="5281523" cy="961526"/>
      </dsp:txXfrm>
    </dsp:sp>
    <dsp:sp modelId="{0F38F798-CF3F-450B-9E1E-3E65A2281D0D}">
      <dsp:nvSpPr>
        <dsp:cNvPr id="0" name=""/>
        <dsp:cNvSpPr/>
      </dsp:nvSpPr>
      <dsp:spPr>
        <a:xfrm>
          <a:off x="1724558" y="4652835"/>
          <a:ext cx="5773521" cy="1021354"/>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Python can be treated in a procedural way, an object-oriented way or a functional way.</a:t>
          </a:r>
          <a:endParaRPr lang="en-US" sz="2000" kern="1200" dirty="0"/>
        </a:p>
      </dsp:txBody>
      <dsp:txXfrm>
        <a:off x="1754472" y="4682749"/>
        <a:ext cx="4618673" cy="961526"/>
      </dsp:txXfrm>
    </dsp:sp>
    <dsp:sp modelId="{0743F775-594D-494E-804A-52272E9FDED4}">
      <dsp:nvSpPr>
        <dsp:cNvPr id="0" name=""/>
        <dsp:cNvSpPr/>
      </dsp:nvSpPr>
      <dsp:spPr>
        <a:xfrm>
          <a:off x="5109641" y="746155"/>
          <a:ext cx="663880" cy="66388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5259014" y="746155"/>
        <a:ext cx="365134" cy="499570"/>
      </dsp:txXfrm>
    </dsp:sp>
    <dsp:sp modelId="{B2E2C309-072A-47DE-955A-F9B5202A6DC6}">
      <dsp:nvSpPr>
        <dsp:cNvPr id="0" name=""/>
        <dsp:cNvSpPr/>
      </dsp:nvSpPr>
      <dsp:spPr>
        <a:xfrm>
          <a:off x="5540780" y="1909364"/>
          <a:ext cx="663880" cy="663880"/>
        </a:xfrm>
        <a:prstGeom prst="downArrow">
          <a:avLst>
            <a:gd name="adj1" fmla="val 55000"/>
            <a:gd name="adj2" fmla="val 45000"/>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5690153" y="1909364"/>
        <a:ext cx="365134" cy="499570"/>
      </dsp:txXfrm>
    </dsp:sp>
    <dsp:sp modelId="{5D69FC96-992A-476C-857F-308ACA0C6171}">
      <dsp:nvSpPr>
        <dsp:cNvPr id="0" name=""/>
        <dsp:cNvSpPr/>
      </dsp:nvSpPr>
      <dsp:spPr>
        <a:xfrm>
          <a:off x="5971920" y="3055551"/>
          <a:ext cx="663880" cy="663880"/>
        </a:xfrm>
        <a:prstGeom prst="downArrow">
          <a:avLst>
            <a:gd name="adj1" fmla="val 55000"/>
            <a:gd name="adj2" fmla="val 45000"/>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6121293" y="3055551"/>
        <a:ext cx="365134" cy="499570"/>
      </dsp:txXfrm>
    </dsp:sp>
    <dsp:sp modelId="{AFB0548B-2AC6-4BC1-8151-9C182AF28CCF}">
      <dsp:nvSpPr>
        <dsp:cNvPr id="0" name=""/>
        <dsp:cNvSpPr/>
      </dsp:nvSpPr>
      <dsp:spPr>
        <a:xfrm>
          <a:off x="6403060" y="4230108"/>
          <a:ext cx="663880" cy="663880"/>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6552433" y="4230108"/>
        <a:ext cx="365134" cy="49957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DA650-3380-33D0-6F48-85A8D91CC8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21FBB4-ACEF-10F5-A80E-42A9269A82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4B0AFA-6085-A42E-9DFF-F75286101112}"/>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5" name="Footer Placeholder 4">
            <a:extLst>
              <a:ext uri="{FF2B5EF4-FFF2-40B4-BE49-F238E27FC236}">
                <a16:creationId xmlns:a16="http://schemas.microsoft.com/office/drawing/2014/main" id="{82FA42CD-9087-9798-8AB5-75808E4B67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00F125-B38B-33DD-9EBA-52BFB3F5DBE8}"/>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3423753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B1DD4-FB99-0C7F-ECAD-246F568BCA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1200C0-0DDB-10E4-545A-AFF2255027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8080B0-48C3-EA52-CB2D-668AC7718718}"/>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5" name="Footer Placeholder 4">
            <a:extLst>
              <a:ext uri="{FF2B5EF4-FFF2-40B4-BE49-F238E27FC236}">
                <a16:creationId xmlns:a16="http://schemas.microsoft.com/office/drawing/2014/main" id="{98C9F44C-98AE-0566-A0AC-600EE51A9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762C61-55A6-9489-A1D5-6C58B184C8BB}"/>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52114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7F5BE-2980-32D7-717D-5DB21A8F01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0BE1EF-82EE-EA5A-C1F3-7ECD6A9729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4CEA3C-D355-9D3D-069C-429FB3F37CDA}"/>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5" name="Footer Placeholder 4">
            <a:extLst>
              <a:ext uri="{FF2B5EF4-FFF2-40B4-BE49-F238E27FC236}">
                <a16:creationId xmlns:a16="http://schemas.microsoft.com/office/drawing/2014/main" id="{596D0998-629E-FA8D-0B4B-F68E46BBB4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EF7CF4-51BB-4F2A-01B3-187DCB0FE2F9}"/>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37754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C1D3-45F7-B3BC-A48E-6F055B8FF0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5D5682-5C29-4702-6A29-3B7A314740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6EEB75-5D1B-4CF8-3740-8B05E18011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98506C-0F2B-D9A5-47CF-462495C766F3}"/>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6" name="Footer Placeholder 5">
            <a:extLst>
              <a:ext uri="{FF2B5EF4-FFF2-40B4-BE49-F238E27FC236}">
                <a16:creationId xmlns:a16="http://schemas.microsoft.com/office/drawing/2014/main" id="{1E6C2EB3-91B5-BBAE-916C-67E2E42FD5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EE2B2C-0B04-9730-EA44-43CC5504DCE0}"/>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1962504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58202-97B3-3598-5735-15ED0AAA98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CF691C-EA61-C17B-69FE-CF4F5FCE6E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29420D-BDF6-08A3-C4B3-DF2D5EEF04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8A6980-D032-9ECB-834C-A8D2CAB625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D51E0A-AE8D-3817-A7BF-70453C80EF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A99746-FC8A-8E50-94E8-D6DF0013C17D}"/>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8" name="Footer Placeholder 7">
            <a:extLst>
              <a:ext uri="{FF2B5EF4-FFF2-40B4-BE49-F238E27FC236}">
                <a16:creationId xmlns:a16="http://schemas.microsoft.com/office/drawing/2014/main" id="{D80B1275-BA51-FC6E-0192-F6348333AD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249EE8-F1BF-C3C7-1D4F-259C266E6EB8}"/>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2402099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160DE-B5D0-1D7A-0FCF-B7DA9C1693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D75662-E029-5C4E-CDCA-00A3A2C6B707}"/>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4" name="Footer Placeholder 3">
            <a:extLst>
              <a:ext uri="{FF2B5EF4-FFF2-40B4-BE49-F238E27FC236}">
                <a16:creationId xmlns:a16="http://schemas.microsoft.com/office/drawing/2014/main" id="{9CAD6A15-893E-26BC-9FFD-CB5A85A32F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6F6344-FDBF-F9E4-1837-19A6645C709B}"/>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136955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D765FD-FDE4-EBAF-A0AE-24D4F1175E54}"/>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3" name="Footer Placeholder 2">
            <a:extLst>
              <a:ext uri="{FF2B5EF4-FFF2-40B4-BE49-F238E27FC236}">
                <a16:creationId xmlns:a16="http://schemas.microsoft.com/office/drawing/2014/main" id="{DB66FD74-FA5B-B278-2CD6-47C13A51D0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84CEF3-03DA-0102-5407-3F0B14C412F8}"/>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3379439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386AD-54DC-F981-A718-E88C4B1596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F6A92A-66C7-5201-E19C-EAA5E6D767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1C1941-3984-F482-A880-D44C10B58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13A775-2BDF-EB35-43E5-9CC2BCAD37FC}"/>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6" name="Footer Placeholder 5">
            <a:extLst>
              <a:ext uri="{FF2B5EF4-FFF2-40B4-BE49-F238E27FC236}">
                <a16:creationId xmlns:a16="http://schemas.microsoft.com/office/drawing/2014/main" id="{203F3FD6-7147-5620-809E-7B4E97A08B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952ABC-7329-1358-AD95-C67CD280408C}"/>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339715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5127-1DBD-ABF5-2952-458295B9BE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F20400-7265-F7BA-E937-D9AC9DE40E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430C66-C7AB-9E89-DC53-727314C01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ED5195-CF57-938E-A11B-9E01FBBAE92F}"/>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6" name="Footer Placeholder 5">
            <a:extLst>
              <a:ext uri="{FF2B5EF4-FFF2-40B4-BE49-F238E27FC236}">
                <a16:creationId xmlns:a16="http://schemas.microsoft.com/office/drawing/2014/main" id="{F28D876A-D582-CCB7-30CC-E766836EAC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772578-FD42-E66D-F5C0-1D66FD158923}"/>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222248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282E5-D7F3-3D6E-B604-A3C959A467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658645-A301-ECAD-0679-853460C7B4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B86CA7-5597-9998-54A3-7791A2DB640B}"/>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5" name="Footer Placeholder 4">
            <a:extLst>
              <a:ext uri="{FF2B5EF4-FFF2-40B4-BE49-F238E27FC236}">
                <a16:creationId xmlns:a16="http://schemas.microsoft.com/office/drawing/2014/main" id="{5564C79D-AD8C-8737-2B00-757EEBD50F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89979-0A98-039A-85A9-DCC3B519971F}"/>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695910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98A39A-DE82-8F90-8713-0753547635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E745E1-A0D1-AD03-242A-7AD8BD3B30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4B27D2-78D8-07C0-DA23-E9B0C61B152D}"/>
              </a:ext>
            </a:extLst>
          </p:cNvPr>
          <p:cNvSpPr>
            <a:spLocks noGrp="1"/>
          </p:cNvSpPr>
          <p:nvPr>
            <p:ph type="dt" sz="half" idx="10"/>
          </p:nvPr>
        </p:nvSpPr>
        <p:spPr/>
        <p:txBody>
          <a:bodyPr/>
          <a:lstStyle/>
          <a:p>
            <a:fld id="{C27E7056-A7AD-4238-ACE9-710C5C9914F8}" type="datetimeFigureOut">
              <a:rPr lang="en-US" smtClean="0"/>
              <a:t>4/11/2026</a:t>
            </a:fld>
            <a:endParaRPr lang="en-US"/>
          </a:p>
        </p:txBody>
      </p:sp>
      <p:sp>
        <p:nvSpPr>
          <p:cNvPr id="5" name="Footer Placeholder 4">
            <a:extLst>
              <a:ext uri="{FF2B5EF4-FFF2-40B4-BE49-F238E27FC236}">
                <a16:creationId xmlns:a16="http://schemas.microsoft.com/office/drawing/2014/main" id="{C7BAF635-47BC-7498-1CD8-D5B749A35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4F0708-742E-AFCE-CA3A-508DECE89F6F}"/>
              </a:ext>
            </a:extLst>
          </p:cNvPr>
          <p:cNvSpPr>
            <a:spLocks noGrp="1"/>
          </p:cNvSpPr>
          <p:nvPr>
            <p:ph type="sldNum" sz="quarter" idx="12"/>
          </p:nvPr>
        </p:nvSpPr>
        <p:spPr/>
        <p:txBody>
          <a:bodyPr/>
          <a:lstStyle/>
          <a:p>
            <a:fld id="{02F84544-8ACB-43A5-9BDB-9A4591FCCFFC}" type="slidenum">
              <a:rPr lang="en-US" smtClean="0"/>
              <a:t>‹#›</a:t>
            </a:fld>
            <a:endParaRPr lang="en-US"/>
          </a:p>
        </p:txBody>
      </p:sp>
    </p:spTree>
    <p:extLst>
      <p:ext uri="{BB962C8B-B14F-4D97-AF65-F5344CB8AC3E}">
        <p14:creationId xmlns:p14="http://schemas.microsoft.com/office/powerpoint/2010/main" val="2404424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4E1B23-7325-8A15-9751-152CB25D6F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456E6C-B842-ED9A-76DE-D86E016B7C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2AD4F-ACA3-2EBE-2FDE-3E46277169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7E7056-A7AD-4238-ACE9-710C5C9914F8}" type="datetimeFigureOut">
              <a:rPr lang="en-US" smtClean="0"/>
              <a:t>4/11/2026</a:t>
            </a:fld>
            <a:endParaRPr lang="en-US"/>
          </a:p>
        </p:txBody>
      </p:sp>
      <p:sp>
        <p:nvSpPr>
          <p:cNvPr id="5" name="Footer Placeholder 4">
            <a:extLst>
              <a:ext uri="{FF2B5EF4-FFF2-40B4-BE49-F238E27FC236}">
                <a16:creationId xmlns:a16="http://schemas.microsoft.com/office/drawing/2014/main" id="{7499156E-AE4E-F668-47C9-CDC9446B2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844E027-FDBB-97E5-E735-5E0404D418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F84544-8ACB-43A5-9BDB-9A4591FCCFFC}" type="slidenum">
              <a:rPr lang="en-US" smtClean="0"/>
              <a:t>‹#›</a:t>
            </a:fld>
            <a:endParaRPr lang="en-US"/>
          </a:p>
        </p:txBody>
      </p:sp>
    </p:spTree>
    <p:extLst>
      <p:ext uri="{BB962C8B-B14F-4D97-AF65-F5344CB8AC3E}">
        <p14:creationId xmlns:p14="http://schemas.microsoft.com/office/powerpoint/2010/main" val="2729311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www.python.org/"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83E8BE-5726-5735-8FAD-AD9E9016CD02}"/>
              </a:ext>
            </a:extLst>
          </p:cNvPr>
          <p:cNvSpPr txBox="1"/>
          <p:nvPr/>
        </p:nvSpPr>
        <p:spPr>
          <a:xfrm>
            <a:off x="762000" y="1138036"/>
            <a:ext cx="4085665" cy="140247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200" b="1" i="0">
                <a:effectLst/>
                <a:latin typeface="+mj-lt"/>
                <a:ea typeface="+mj-ea"/>
                <a:cs typeface="+mj-cs"/>
              </a:rPr>
              <a:t>What is Python?</a:t>
            </a:r>
          </a:p>
        </p:txBody>
      </p:sp>
      <p:cxnSp>
        <p:nvCxnSpPr>
          <p:cNvPr id="13" name="Straight Connector 1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F963199-65FC-1FC4-F48B-43818B03F15C}"/>
              </a:ext>
            </a:extLst>
          </p:cNvPr>
          <p:cNvSpPr txBox="1"/>
          <p:nvPr/>
        </p:nvSpPr>
        <p:spPr>
          <a:xfrm>
            <a:off x="132522" y="1822107"/>
            <a:ext cx="5963478" cy="41279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3000" b="0" i="0" dirty="0">
                <a:effectLst/>
              </a:rPr>
              <a:t>Python is a popular programming language. It was created by Guido van</a:t>
            </a:r>
            <a:r>
              <a:rPr lang="en-US" sz="3000" dirty="0"/>
              <a:t> </a:t>
            </a:r>
            <a:r>
              <a:rPr lang="en-US" sz="3000" b="0" i="0" dirty="0">
                <a:effectLst/>
              </a:rPr>
              <a:t>Rossum, and released in 1991.</a:t>
            </a:r>
          </a:p>
          <a:p>
            <a:pPr indent="-228600">
              <a:lnSpc>
                <a:spcPct val="90000"/>
              </a:lnSpc>
              <a:spcAft>
                <a:spcPts val="600"/>
              </a:spcAft>
              <a:buFont typeface="Arial" panose="020B0604020202020204" pitchFamily="34" charset="0"/>
              <a:buChar char="•"/>
            </a:pPr>
            <a:r>
              <a:rPr lang="en-US" sz="3000" b="0" i="0" dirty="0">
                <a:effectLst/>
              </a:rPr>
              <a:t>It is used for:</a:t>
            </a:r>
          </a:p>
          <a:p>
            <a:pPr indent="-228600">
              <a:lnSpc>
                <a:spcPct val="90000"/>
              </a:lnSpc>
              <a:spcAft>
                <a:spcPts val="600"/>
              </a:spcAft>
              <a:buFont typeface="Arial" panose="020B0604020202020204" pitchFamily="34" charset="0"/>
              <a:buChar char="•"/>
            </a:pPr>
            <a:r>
              <a:rPr lang="en-US" sz="3000" b="0" i="0" dirty="0">
                <a:effectLst/>
              </a:rPr>
              <a:t>web development (server-side),</a:t>
            </a:r>
          </a:p>
          <a:p>
            <a:pPr indent="-228600">
              <a:lnSpc>
                <a:spcPct val="90000"/>
              </a:lnSpc>
              <a:spcAft>
                <a:spcPts val="600"/>
              </a:spcAft>
              <a:buFont typeface="Arial" panose="020B0604020202020204" pitchFamily="34" charset="0"/>
              <a:buChar char="•"/>
            </a:pPr>
            <a:r>
              <a:rPr lang="en-US" sz="3000" b="0" i="0" dirty="0">
                <a:effectLst/>
              </a:rPr>
              <a:t>software development,</a:t>
            </a:r>
          </a:p>
          <a:p>
            <a:pPr indent="-228600">
              <a:lnSpc>
                <a:spcPct val="90000"/>
              </a:lnSpc>
              <a:spcAft>
                <a:spcPts val="600"/>
              </a:spcAft>
              <a:buFont typeface="Arial" panose="020B0604020202020204" pitchFamily="34" charset="0"/>
              <a:buChar char="•"/>
            </a:pPr>
            <a:r>
              <a:rPr lang="en-US" sz="3000" b="0" i="0" dirty="0">
                <a:effectLst/>
              </a:rPr>
              <a:t>mathematics,</a:t>
            </a:r>
          </a:p>
          <a:p>
            <a:pPr indent="-228600">
              <a:lnSpc>
                <a:spcPct val="90000"/>
              </a:lnSpc>
              <a:spcAft>
                <a:spcPts val="600"/>
              </a:spcAft>
              <a:buFont typeface="Arial" panose="020B0604020202020204" pitchFamily="34" charset="0"/>
              <a:buChar char="•"/>
            </a:pPr>
            <a:r>
              <a:rPr lang="en-US" sz="3000" b="0" i="0" dirty="0">
                <a:effectLst/>
              </a:rPr>
              <a:t>system scripting</a:t>
            </a:r>
            <a:r>
              <a:rPr lang="en-US" sz="2000" b="0" i="0" dirty="0">
                <a:effectLst/>
              </a:rPr>
              <a:t>.</a:t>
            </a:r>
          </a:p>
        </p:txBody>
      </p:sp>
      <p:pic>
        <p:nvPicPr>
          <p:cNvPr id="9" name="Picture 8">
            <a:extLst>
              <a:ext uri="{FF2B5EF4-FFF2-40B4-BE49-F238E27FC236}">
                <a16:creationId xmlns:a16="http://schemas.microsoft.com/office/drawing/2014/main" id="{50A5593D-5E73-1291-CEF9-0ECE0D7B3865}"/>
              </a:ext>
            </a:extLst>
          </p:cNvPr>
          <p:cNvPicPr>
            <a:picLocks noChangeAspect="1"/>
          </p:cNvPicPr>
          <p:nvPr/>
        </p:nvPicPr>
        <p:blipFill>
          <a:blip r:embed="rId2">
            <a:extLst>
              <a:ext uri="{28A0092B-C50C-407E-A947-70E740481C1C}">
                <a14:useLocalDpi xmlns:a14="http://schemas.microsoft.com/office/drawing/2010/main" val="0"/>
              </a:ext>
            </a:extLst>
          </a:blip>
          <a:srcRect t="2262" b="2262"/>
          <a:stretch/>
        </p:blipFill>
        <p:spPr>
          <a:xfrm>
            <a:off x="6096000" y="0"/>
            <a:ext cx="6541008" cy="6857990"/>
          </a:xfrm>
          <a:prstGeom prst="rect">
            <a:avLst/>
          </a:prstGeom>
        </p:spPr>
      </p:pic>
    </p:spTree>
    <p:extLst>
      <p:ext uri="{BB962C8B-B14F-4D97-AF65-F5344CB8AC3E}">
        <p14:creationId xmlns:p14="http://schemas.microsoft.com/office/powerpoint/2010/main" val="784561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903FBF-F886-19BF-A73D-A3A520CF2913}"/>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i="0" kern="1200">
                <a:solidFill>
                  <a:srgbClr val="FFFFFF"/>
                </a:solidFill>
                <a:effectLst/>
                <a:latin typeface="+mj-lt"/>
                <a:ea typeface="+mj-ea"/>
                <a:cs typeface="+mj-cs"/>
              </a:rPr>
              <a:t>What can Python do?</a:t>
            </a:r>
          </a:p>
        </p:txBody>
      </p:sp>
      <p:sp>
        <p:nvSpPr>
          <p:cNvPr id="7" name="TextBox 6">
            <a:extLst>
              <a:ext uri="{FF2B5EF4-FFF2-40B4-BE49-F238E27FC236}">
                <a16:creationId xmlns:a16="http://schemas.microsoft.com/office/drawing/2014/main" id="{3022DBEC-0466-1C73-0672-8EC78D17D7D2}"/>
              </a:ext>
            </a:extLst>
          </p:cNvPr>
          <p:cNvSpPr txBox="1"/>
          <p:nvPr/>
        </p:nvSpPr>
        <p:spPr>
          <a:xfrm>
            <a:off x="4776788" y="504386"/>
            <a:ext cx="6780213" cy="1157727"/>
          </a:xfrm>
          <a:prstGeom prst="rect">
            <a:avLst/>
          </a:prstGeom>
          <a:noFill/>
        </p:spPr>
        <p:txBody>
          <a:bodyPr wrap="square" anchor="t">
            <a:normAutofit/>
          </a:bodyPr>
          <a:lstStyle/>
          <a:p>
            <a:pPr>
              <a:lnSpc>
                <a:spcPct val="90000"/>
              </a:lnSpc>
              <a:spcAft>
                <a:spcPts val="600"/>
              </a:spcAft>
            </a:pPr>
            <a:r>
              <a:rPr lang="en-US" sz="2400" b="1" i="0" dirty="0">
                <a:solidFill>
                  <a:srgbClr val="0D0D0D"/>
                </a:solidFill>
                <a:effectLst/>
                <a:latin typeface="Söhne"/>
              </a:rPr>
              <a:t>Web Development</a:t>
            </a:r>
            <a:r>
              <a:rPr lang="en-US" sz="2400" b="0" i="0" dirty="0">
                <a:solidFill>
                  <a:srgbClr val="0D0D0D"/>
                </a:solidFill>
                <a:effectLst/>
                <a:latin typeface="Söhne"/>
              </a:rPr>
              <a:t>: Python can be used to create web applications using frameworks like Django, Flask, and Pyramid.</a:t>
            </a:r>
            <a:endParaRPr lang="en-US" sz="2400" dirty="0"/>
          </a:p>
        </p:txBody>
      </p:sp>
      <p:sp>
        <p:nvSpPr>
          <p:cNvPr id="9" name="TextBox 8">
            <a:extLst>
              <a:ext uri="{FF2B5EF4-FFF2-40B4-BE49-F238E27FC236}">
                <a16:creationId xmlns:a16="http://schemas.microsoft.com/office/drawing/2014/main" id="{3834FCC3-36AD-320B-547F-5C76C303C25B}"/>
              </a:ext>
            </a:extLst>
          </p:cNvPr>
          <p:cNvSpPr txBox="1"/>
          <p:nvPr/>
        </p:nvSpPr>
        <p:spPr>
          <a:xfrm>
            <a:off x="4776788" y="1662113"/>
            <a:ext cx="6780213" cy="1766887"/>
          </a:xfrm>
          <a:prstGeom prst="rect">
            <a:avLst/>
          </a:prstGeom>
          <a:noFill/>
        </p:spPr>
        <p:txBody>
          <a:bodyPr wrap="square" anchor="t">
            <a:normAutofit/>
          </a:bodyPr>
          <a:lstStyle/>
          <a:p>
            <a:pPr>
              <a:lnSpc>
                <a:spcPct val="90000"/>
              </a:lnSpc>
              <a:spcAft>
                <a:spcPts val="600"/>
              </a:spcAft>
            </a:pPr>
            <a:r>
              <a:rPr lang="en-US" sz="2400" b="1" i="0" dirty="0">
                <a:solidFill>
                  <a:srgbClr val="0D0D0D"/>
                </a:solidFill>
                <a:effectLst/>
                <a:latin typeface="Söhne"/>
              </a:rPr>
              <a:t>Data Science and Machine Learning</a:t>
            </a:r>
            <a:r>
              <a:rPr lang="en-US" sz="2400" b="0" i="0" dirty="0">
                <a:solidFill>
                  <a:srgbClr val="0D0D0D"/>
                </a:solidFill>
                <a:effectLst/>
                <a:latin typeface="Söhne"/>
              </a:rPr>
              <a:t>: Python has a rich ecosystem of libraries such as NumPy, Pandas, Matplotlib, and TensorFlow, making it a popular choice for data analysis, machine learning, and artificial intelligence tasks</a:t>
            </a:r>
            <a:endParaRPr lang="en-US" sz="2400" dirty="0"/>
          </a:p>
        </p:txBody>
      </p:sp>
      <p:sp>
        <p:nvSpPr>
          <p:cNvPr id="11" name="TextBox 10">
            <a:extLst>
              <a:ext uri="{FF2B5EF4-FFF2-40B4-BE49-F238E27FC236}">
                <a16:creationId xmlns:a16="http://schemas.microsoft.com/office/drawing/2014/main" id="{EB0B7018-7D28-0ABF-3847-E9D2E14A74FD}"/>
              </a:ext>
            </a:extLst>
          </p:cNvPr>
          <p:cNvSpPr txBox="1"/>
          <p:nvPr/>
        </p:nvSpPr>
        <p:spPr>
          <a:xfrm>
            <a:off x="4776788" y="3429000"/>
            <a:ext cx="6780213" cy="989013"/>
          </a:xfrm>
          <a:prstGeom prst="rect">
            <a:avLst/>
          </a:prstGeom>
          <a:noFill/>
        </p:spPr>
        <p:txBody>
          <a:bodyPr wrap="square" anchor="t">
            <a:normAutofit lnSpcReduction="10000"/>
          </a:bodyPr>
          <a:lstStyle/>
          <a:p>
            <a:pPr>
              <a:lnSpc>
                <a:spcPct val="90000"/>
              </a:lnSpc>
              <a:spcAft>
                <a:spcPts val="600"/>
              </a:spcAft>
            </a:pPr>
            <a:r>
              <a:rPr lang="en-US" sz="2400" b="1" i="0" dirty="0">
                <a:solidFill>
                  <a:srgbClr val="0D0D0D"/>
                </a:solidFill>
                <a:effectLst/>
                <a:latin typeface="Söhne"/>
              </a:rPr>
              <a:t>Game Development</a:t>
            </a:r>
            <a:r>
              <a:rPr lang="en-US" sz="2400" b="0" i="0" dirty="0">
                <a:solidFill>
                  <a:srgbClr val="0D0D0D"/>
                </a:solidFill>
                <a:effectLst/>
                <a:latin typeface="Söhne"/>
              </a:rPr>
              <a:t>: Python, along with libraries like </a:t>
            </a:r>
            <a:r>
              <a:rPr lang="en-US" sz="2400" b="0" i="0" dirty="0" err="1">
                <a:solidFill>
                  <a:srgbClr val="0D0D0D"/>
                </a:solidFill>
                <a:effectLst/>
                <a:latin typeface="Söhne"/>
              </a:rPr>
              <a:t>Pygame</a:t>
            </a:r>
            <a:r>
              <a:rPr lang="en-US" sz="2400" b="0" i="0" dirty="0">
                <a:solidFill>
                  <a:srgbClr val="0D0D0D"/>
                </a:solidFill>
                <a:effectLst/>
                <a:latin typeface="Söhne"/>
              </a:rPr>
              <a:t>, can be used to create games and interactive experiences.</a:t>
            </a:r>
            <a:endParaRPr lang="en-US" sz="2400" dirty="0"/>
          </a:p>
        </p:txBody>
      </p:sp>
      <p:sp>
        <p:nvSpPr>
          <p:cNvPr id="13" name="TextBox 12">
            <a:extLst>
              <a:ext uri="{FF2B5EF4-FFF2-40B4-BE49-F238E27FC236}">
                <a16:creationId xmlns:a16="http://schemas.microsoft.com/office/drawing/2014/main" id="{D839EA68-F091-D2B1-A9C8-BE76F89D304D}"/>
              </a:ext>
            </a:extLst>
          </p:cNvPr>
          <p:cNvSpPr txBox="1"/>
          <p:nvPr/>
        </p:nvSpPr>
        <p:spPr>
          <a:xfrm>
            <a:off x="4776788" y="4418013"/>
            <a:ext cx="6780213" cy="1454150"/>
          </a:xfrm>
          <a:prstGeom prst="rect">
            <a:avLst/>
          </a:prstGeom>
          <a:noFill/>
        </p:spPr>
        <p:txBody>
          <a:bodyPr wrap="square" anchor="t">
            <a:normAutofit/>
          </a:bodyPr>
          <a:lstStyle/>
          <a:p>
            <a:pPr>
              <a:lnSpc>
                <a:spcPct val="90000"/>
              </a:lnSpc>
              <a:spcAft>
                <a:spcPts val="600"/>
              </a:spcAft>
            </a:pPr>
            <a:r>
              <a:rPr lang="en-US" sz="2400" b="1" i="0" dirty="0">
                <a:solidFill>
                  <a:srgbClr val="0D0D0D"/>
                </a:solidFill>
                <a:effectLst/>
                <a:latin typeface="Söhne"/>
              </a:rPr>
              <a:t>Backend Development</a:t>
            </a:r>
            <a:r>
              <a:rPr lang="en-US" sz="2400" b="0" i="0" dirty="0">
                <a:solidFill>
                  <a:srgbClr val="0D0D0D"/>
                </a:solidFill>
                <a:effectLst/>
                <a:latin typeface="Söhne"/>
              </a:rPr>
              <a:t>: Python can be used to build the backend of web applications, handling tasks such as server-side logic, database interactions, and API development.</a:t>
            </a:r>
            <a:endParaRPr lang="en-US" sz="2400" dirty="0"/>
          </a:p>
        </p:txBody>
      </p:sp>
    </p:spTree>
    <p:extLst>
      <p:ext uri="{BB962C8B-B14F-4D97-AF65-F5344CB8AC3E}">
        <p14:creationId xmlns:p14="http://schemas.microsoft.com/office/powerpoint/2010/main" val="1547102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F93EDF9-F462-8F6F-8F79-4935259B59E1}"/>
              </a:ext>
            </a:extLst>
          </p:cNvPr>
          <p:cNvSpPr txBox="1"/>
          <p:nvPr/>
        </p:nvSpPr>
        <p:spPr>
          <a:xfrm>
            <a:off x="6417733" y="323557"/>
            <a:ext cx="5291663" cy="642204"/>
          </a:xfrm>
          <a:prstGeom prst="rect">
            <a:avLst/>
          </a:prstGeom>
        </p:spPr>
        <p:txBody>
          <a:bodyPr vert="horz" lIns="91440" tIns="45720" rIns="91440" bIns="45720" rtlCol="0" anchor="b">
            <a:normAutofit lnSpcReduction="10000"/>
          </a:bodyPr>
          <a:lstStyle/>
          <a:p>
            <a:pPr>
              <a:lnSpc>
                <a:spcPct val="90000"/>
              </a:lnSpc>
              <a:spcBef>
                <a:spcPct val="0"/>
              </a:spcBef>
              <a:spcAft>
                <a:spcPts val="600"/>
              </a:spcAft>
            </a:pPr>
            <a:r>
              <a:rPr lang="en-US" sz="4000" b="0" i="0" dirty="0">
                <a:effectLst/>
                <a:latin typeface="+mj-lt"/>
                <a:ea typeface="+mj-ea"/>
                <a:cs typeface="+mj-cs"/>
              </a:rPr>
              <a:t>Why Python?</a:t>
            </a:r>
          </a:p>
        </p:txBody>
      </p:sp>
      <p:graphicFrame>
        <p:nvGraphicFramePr>
          <p:cNvPr id="9" name="TextBox 4">
            <a:extLst>
              <a:ext uri="{FF2B5EF4-FFF2-40B4-BE49-F238E27FC236}">
                <a16:creationId xmlns:a16="http://schemas.microsoft.com/office/drawing/2014/main" id="{37D94BEF-94F7-F7CC-CCEF-377FCB11D9B5}"/>
              </a:ext>
            </a:extLst>
          </p:cNvPr>
          <p:cNvGraphicFramePr/>
          <p:nvPr>
            <p:extLst>
              <p:ext uri="{D42A27DB-BD31-4B8C-83A1-F6EECF244321}">
                <p14:modId xmlns:p14="http://schemas.microsoft.com/office/powerpoint/2010/main" val="2274003982"/>
              </p:ext>
            </p:extLst>
          </p:nvPr>
        </p:nvGraphicFramePr>
        <p:xfrm>
          <a:off x="4403188" y="965761"/>
          <a:ext cx="7498080" cy="5674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a:extLst>
              <a:ext uri="{FF2B5EF4-FFF2-40B4-BE49-F238E27FC236}">
                <a16:creationId xmlns:a16="http://schemas.microsoft.com/office/drawing/2014/main" id="{00C6F021-007A-E23B-A27A-3200E2C68D44}"/>
              </a:ext>
            </a:extLst>
          </p:cNvPr>
          <p:cNvSpPr/>
          <p:nvPr/>
        </p:nvSpPr>
        <p:spPr>
          <a:xfrm>
            <a:off x="0" y="0"/>
            <a:ext cx="4211316" cy="6858000"/>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223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omputer script on a screen">
            <a:extLst>
              <a:ext uri="{FF2B5EF4-FFF2-40B4-BE49-F238E27FC236}">
                <a16:creationId xmlns:a16="http://schemas.microsoft.com/office/drawing/2014/main" id="{D8CAA007-C087-AFFA-BD08-2B3149697D55}"/>
              </a:ext>
            </a:extLst>
          </p:cNvPr>
          <p:cNvPicPr>
            <a:picLocks noChangeAspect="1"/>
          </p:cNvPicPr>
          <p:nvPr/>
        </p:nvPicPr>
        <p:blipFill rotWithShape="1">
          <a:blip r:embed="rId2"/>
          <a:srcRect l="3784" r="43557" b="-2"/>
          <a:stretch/>
        </p:blipFill>
        <p:spPr>
          <a:xfrm>
            <a:off x="-1" y="-2"/>
            <a:ext cx="5410198" cy="6858002"/>
          </a:xfrm>
          <a:prstGeom prst="rect">
            <a:avLst/>
          </a:prstGeom>
        </p:spPr>
      </p:pic>
      <p:sp useBgFill="1">
        <p:nvSpPr>
          <p:cNvPr id="13" name="Rectangle 12">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E5177F8-3DD7-1DAA-E08F-7CC97E055978}"/>
              </a:ext>
            </a:extLst>
          </p:cNvPr>
          <p:cNvSpPr txBox="1"/>
          <p:nvPr/>
        </p:nvSpPr>
        <p:spPr>
          <a:xfrm>
            <a:off x="6115317" y="405685"/>
            <a:ext cx="5464968" cy="155930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b="1" i="0">
                <a:effectLst/>
                <a:latin typeface="+mj-lt"/>
                <a:ea typeface="+mj-ea"/>
                <a:cs typeface="+mj-cs"/>
              </a:rPr>
              <a:t>Python Syntax compared to other programming languages</a:t>
            </a:r>
          </a:p>
        </p:txBody>
      </p:sp>
      <p:sp>
        <p:nvSpPr>
          <p:cNvPr id="3" name="TextBox 2">
            <a:extLst>
              <a:ext uri="{FF2B5EF4-FFF2-40B4-BE49-F238E27FC236}">
                <a16:creationId xmlns:a16="http://schemas.microsoft.com/office/drawing/2014/main" id="{7855A318-6B66-FC35-7277-1EEFA579F1C8}"/>
              </a:ext>
            </a:extLst>
          </p:cNvPr>
          <p:cNvSpPr txBox="1"/>
          <p:nvPr/>
        </p:nvSpPr>
        <p:spPr>
          <a:xfrm>
            <a:off x="5410195" y="2285999"/>
            <a:ext cx="6675787" cy="445935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400" b="0" i="0" dirty="0">
                <a:effectLst/>
              </a:rPr>
              <a:t>Python was designed for readability, and has some similarities to the English language with influence from mathematics.</a:t>
            </a:r>
          </a:p>
          <a:p>
            <a:pPr indent="-228600">
              <a:lnSpc>
                <a:spcPct val="90000"/>
              </a:lnSpc>
              <a:spcAft>
                <a:spcPts val="600"/>
              </a:spcAft>
              <a:buFont typeface="Arial" panose="020B0604020202020204" pitchFamily="34" charset="0"/>
              <a:buChar char="•"/>
            </a:pPr>
            <a:r>
              <a:rPr lang="en-US" sz="2400" b="0" i="0" dirty="0">
                <a:effectLst/>
              </a:rPr>
              <a:t>Python uses new lines to complete a command, as opposed to other programming languages which often use semicolons or parentheses.</a:t>
            </a:r>
          </a:p>
          <a:p>
            <a:pPr indent="-228600">
              <a:lnSpc>
                <a:spcPct val="90000"/>
              </a:lnSpc>
              <a:spcAft>
                <a:spcPts val="600"/>
              </a:spcAft>
              <a:buFont typeface="Arial" panose="020B0604020202020204" pitchFamily="34" charset="0"/>
              <a:buChar char="•"/>
            </a:pPr>
            <a:r>
              <a:rPr lang="en-US" sz="2400" b="0" i="0" dirty="0">
                <a:effectLst/>
              </a:rPr>
              <a:t>Python relies on indentation, using whitespace, to define scope; such as the scope of loops, functions and classes. Other programming languages often use curly-brackets for this purpose.</a:t>
            </a:r>
          </a:p>
        </p:txBody>
      </p:sp>
    </p:spTree>
    <p:extLst>
      <p:ext uri="{BB962C8B-B14F-4D97-AF65-F5344CB8AC3E}">
        <p14:creationId xmlns:p14="http://schemas.microsoft.com/office/powerpoint/2010/main" val="112589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1D7AB24D-F778-8342-2548-914B2BBA46E4}"/>
              </a:ext>
            </a:extLst>
          </p:cNvPr>
          <p:cNvSpPr txBox="1"/>
          <p:nvPr/>
        </p:nvSpPr>
        <p:spPr>
          <a:xfrm>
            <a:off x="303629" y="2609956"/>
            <a:ext cx="5124584" cy="355358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5400" dirty="0"/>
              <a:t>Java vs Python</a:t>
            </a:r>
          </a:p>
        </p:txBody>
      </p:sp>
      <p:sp>
        <p:nvSpPr>
          <p:cNvPr id="3" name="TextBox 2">
            <a:extLst>
              <a:ext uri="{FF2B5EF4-FFF2-40B4-BE49-F238E27FC236}">
                <a16:creationId xmlns:a16="http://schemas.microsoft.com/office/drawing/2014/main" id="{B7AAC262-E480-D7AD-4B61-DAC5596A6B87}"/>
              </a:ext>
            </a:extLst>
          </p:cNvPr>
          <p:cNvSpPr txBox="1"/>
          <p:nvPr/>
        </p:nvSpPr>
        <p:spPr>
          <a:xfrm>
            <a:off x="6921811" y="1768652"/>
            <a:ext cx="2644758" cy="809452"/>
          </a:xfrm>
          <a:prstGeom prst="rect">
            <a:avLst/>
          </a:prstGeom>
          <a:noFill/>
        </p:spPr>
        <p:txBody>
          <a:bodyPr wrap="square">
            <a:spAutoFit/>
          </a:bodyPr>
          <a:lstStyle/>
          <a:p>
            <a:pPr algn="just" defTabSz="594360">
              <a:spcAft>
                <a:spcPts val="600"/>
              </a:spcAft>
            </a:pPr>
            <a:r>
              <a:rPr lang="en-US" sz="2080" b="1" kern="1200">
                <a:solidFill>
                  <a:srgbClr val="333333"/>
                </a:solidFill>
                <a:latin typeface="inter-bold"/>
                <a:ea typeface="+mn-ea"/>
                <a:cs typeface="+mn-cs"/>
              </a:rPr>
              <a:t>Python Code:</a:t>
            </a:r>
            <a:endParaRPr lang="en-US" sz="2080" kern="1200">
              <a:solidFill>
                <a:srgbClr val="333333"/>
              </a:solidFill>
              <a:latin typeface="inter-regular"/>
              <a:ea typeface="+mn-ea"/>
              <a:cs typeface="+mn-cs"/>
            </a:endParaRPr>
          </a:p>
          <a:p>
            <a:pPr algn="just" defTabSz="594360">
              <a:spcAft>
                <a:spcPts val="600"/>
              </a:spcAft>
            </a:pPr>
            <a:r>
              <a:rPr lang="en-US" sz="2080" b="1" kern="1200">
                <a:solidFill>
                  <a:srgbClr val="006699"/>
                </a:solidFill>
                <a:latin typeface="inter-regular"/>
                <a:ea typeface="+mn-ea"/>
                <a:cs typeface="+mn-cs"/>
              </a:rPr>
              <a:t>print</a:t>
            </a:r>
            <a:r>
              <a:rPr lang="en-US" sz="2080" kern="1200">
                <a:solidFill>
                  <a:srgbClr val="000000"/>
                </a:solidFill>
                <a:latin typeface="inter-regular"/>
                <a:ea typeface="+mn-ea"/>
                <a:cs typeface="+mn-cs"/>
              </a:rPr>
              <a:t>(</a:t>
            </a:r>
            <a:r>
              <a:rPr lang="en-US" sz="2080" kern="1200">
                <a:solidFill>
                  <a:srgbClr val="0000FF"/>
                </a:solidFill>
                <a:latin typeface="inter-regular"/>
                <a:ea typeface="+mn-ea"/>
                <a:cs typeface="+mn-cs"/>
              </a:rPr>
              <a:t>"Hello World“)</a:t>
            </a:r>
            <a:r>
              <a:rPr lang="en-US" sz="2080" kern="1200">
                <a:solidFill>
                  <a:srgbClr val="000000"/>
                </a:solidFill>
                <a:latin typeface="inter-regular"/>
                <a:ea typeface="+mn-ea"/>
                <a:cs typeface="+mn-cs"/>
              </a:rPr>
              <a:t>  </a:t>
            </a:r>
            <a:endParaRPr lang="en-US" sz="3200" b="0" i="0">
              <a:solidFill>
                <a:srgbClr val="000000"/>
              </a:solidFill>
              <a:effectLst/>
              <a:latin typeface="inter-regular"/>
            </a:endParaRPr>
          </a:p>
        </p:txBody>
      </p:sp>
      <p:sp>
        <p:nvSpPr>
          <p:cNvPr id="7" name="TextBox 6">
            <a:extLst>
              <a:ext uri="{FF2B5EF4-FFF2-40B4-BE49-F238E27FC236}">
                <a16:creationId xmlns:a16="http://schemas.microsoft.com/office/drawing/2014/main" id="{23E5B6A5-1F08-11FD-136D-380CD848AA28}"/>
              </a:ext>
            </a:extLst>
          </p:cNvPr>
          <p:cNvSpPr txBox="1"/>
          <p:nvPr/>
        </p:nvSpPr>
        <p:spPr>
          <a:xfrm>
            <a:off x="6800986" y="3110200"/>
            <a:ext cx="4747547" cy="2397579"/>
          </a:xfrm>
          <a:prstGeom prst="rect">
            <a:avLst/>
          </a:prstGeom>
          <a:noFill/>
        </p:spPr>
        <p:txBody>
          <a:bodyPr wrap="square">
            <a:spAutoFit/>
          </a:bodyPr>
          <a:lstStyle/>
          <a:p>
            <a:pPr algn="just" defTabSz="594360">
              <a:spcAft>
                <a:spcPts val="600"/>
              </a:spcAft>
            </a:pPr>
            <a:r>
              <a:rPr lang="en-US" sz="2080" b="1" kern="1200">
                <a:solidFill>
                  <a:srgbClr val="333333"/>
                </a:solidFill>
                <a:latin typeface="inter-bold"/>
                <a:ea typeface="+mn-ea"/>
                <a:cs typeface="+mn-cs"/>
              </a:rPr>
              <a:t>Java Code:</a:t>
            </a:r>
            <a:endParaRPr lang="en-US" sz="2080" kern="1200">
              <a:solidFill>
                <a:srgbClr val="333333"/>
              </a:solidFill>
              <a:latin typeface="inter-regular"/>
              <a:ea typeface="+mn-ea"/>
              <a:cs typeface="+mn-cs"/>
            </a:endParaRPr>
          </a:p>
          <a:p>
            <a:pPr algn="just" defTabSz="594360">
              <a:spcAft>
                <a:spcPts val="600"/>
              </a:spcAft>
            </a:pPr>
            <a:r>
              <a:rPr lang="en-US" sz="2080" b="1" kern="1200">
                <a:solidFill>
                  <a:srgbClr val="006699"/>
                </a:solidFill>
                <a:latin typeface="inter-regular"/>
                <a:ea typeface="+mn-ea"/>
                <a:cs typeface="+mn-cs"/>
              </a:rPr>
              <a:t>public</a:t>
            </a:r>
            <a:r>
              <a:rPr lang="en-US" sz="2080" kern="1200">
                <a:solidFill>
                  <a:srgbClr val="000000"/>
                </a:solidFill>
                <a:latin typeface="inter-regular"/>
                <a:ea typeface="+mn-ea"/>
                <a:cs typeface="+mn-cs"/>
              </a:rPr>
              <a:t> </a:t>
            </a:r>
            <a:r>
              <a:rPr lang="en-US" sz="2080" b="1" kern="1200">
                <a:solidFill>
                  <a:srgbClr val="006699"/>
                </a:solidFill>
                <a:latin typeface="inter-regular"/>
                <a:ea typeface="+mn-ea"/>
                <a:cs typeface="+mn-cs"/>
              </a:rPr>
              <a:t>class</a:t>
            </a:r>
            <a:r>
              <a:rPr lang="en-US" sz="2080" kern="1200">
                <a:solidFill>
                  <a:srgbClr val="000000"/>
                </a:solidFill>
                <a:latin typeface="inter-regular"/>
                <a:ea typeface="+mn-ea"/>
                <a:cs typeface="+mn-cs"/>
              </a:rPr>
              <a:t> HelloWorld {  </a:t>
            </a:r>
          </a:p>
          <a:p>
            <a:pPr algn="just" defTabSz="594360">
              <a:spcAft>
                <a:spcPts val="600"/>
              </a:spcAft>
            </a:pPr>
            <a:r>
              <a:rPr lang="en-US" sz="2080" kern="1200">
                <a:solidFill>
                  <a:srgbClr val="000000"/>
                </a:solidFill>
                <a:latin typeface="inter-regular"/>
                <a:ea typeface="+mn-ea"/>
                <a:cs typeface="+mn-cs"/>
              </a:rPr>
              <a:t>   </a:t>
            </a:r>
            <a:r>
              <a:rPr lang="en-US" sz="2080" b="1" kern="1200">
                <a:solidFill>
                  <a:srgbClr val="006699"/>
                </a:solidFill>
                <a:latin typeface="inter-regular"/>
                <a:ea typeface="+mn-ea"/>
                <a:cs typeface="+mn-cs"/>
              </a:rPr>
              <a:t>public</a:t>
            </a:r>
            <a:r>
              <a:rPr lang="en-US" sz="2080" kern="1200">
                <a:solidFill>
                  <a:srgbClr val="000000"/>
                </a:solidFill>
                <a:latin typeface="inter-regular"/>
                <a:ea typeface="+mn-ea"/>
                <a:cs typeface="+mn-cs"/>
              </a:rPr>
              <a:t> </a:t>
            </a:r>
            <a:r>
              <a:rPr lang="en-US" sz="2080" b="1" kern="1200">
                <a:solidFill>
                  <a:srgbClr val="006699"/>
                </a:solidFill>
                <a:latin typeface="inter-regular"/>
                <a:ea typeface="+mn-ea"/>
                <a:cs typeface="+mn-cs"/>
              </a:rPr>
              <a:t>static</a:t>
            </a:r>
            <a:r>
              <a:rPr lang="en-US" sz="2080" kern="1200">
                <a:solidFill>
                  <a:srgbClr val="000000"/>
                </a:solidFill>
                <a:latin typeface="inter-regular"/>
                <a:ea typeface="+mn-ea"/>
                <a:cs typeface="+mn-cs"/>
              </a:rPr>
              <a:t> </a:t>
            </a:r>
            <a:r>
              <a:rPr lang="en-US" sz="2080" b="1" kern="1200">
                <a:solidFill>
                  <a:srgbClr val="006699"/>
                </a:solidFill>
                <a:latin typeface="inter-regular"/>
                <a:ea typeface="+mn-ea"/>
                <a:cs typeface="+mn-cs"/>
              </a:rPr>
              <a:t>void</a:t>
            </a:r>
            <a:r>
              <a:rPr lang="en-US" sz="2080" kern="1200">
                <a:solidFill>
                  <a:srgbClr val="000000"/>
                </a:solidFill>
                <a:latin typeface="inter-regular"/>
                <a:ea typeface="+mn-ea"/>
                <a:cs typeface="+mn-cs"/>
              </a:rPr>
              <a:t> main(String[] </a:t>
            </a:r>
            <a:r>
              <a:rPr lang="en-US" sz="2080" kern="1200" err="1">
                <a:solidFill>
                  <a:srgbClr val="000000"/>
                </a:solidFill>
                <a:latin typeface="inter-regular"/>
                <a:ea typeface="+mn-ea"/>
                <a:cs typeface="+mn-cs"/>
              </a:rPr>
              <a:t>args</a:t>
            </a:r>
            <a:r>
              <a:rPr lang="en-US" sz="2080" kern="1200">
                <a:solidFill>
                  <a:srgbClr val="000000"/>
                </a:solidFill>
                <a:latin typeface="inter-regular"/>
                <a:ea typeface="+mn-ea"/>
                <a:cs typeface="+mn-cs"/>
              </a:rPr>
              <a:t>) {  </a:t>
            </a:r>
          </a:p>
          <a:p>
            <a:pPr algn="just" defTabSz="594360">
              <a:spcAft>
                <a:spcPts val="600"/>
              </a:spcAft>
            </a:pPr>
            <a:r>
              <a:rPr lang="en-US" sz="2080" kern="1200">
                <a:solidFill>
                  <a:srgbClr val="000000"/>
                </a:solidFill>
                <a:latin typeface="inter-regular"/>
                <a:ea typeface="+mn-ea"/>
                <a:cs typeface="+mn-cs"/>
              </a:rPr>
              <a:t>       </a:t>
            </a:r>
            <a:r>
              <a:rPr lang="en-US" sz="2080" kern="1200" err="1">
                <a:solidFill>
                  <a:srgbClr val="000000"/>
                </a:solidFill>
                <a:latin typeface="inter-regular"/>
                <a:ea typeface="+mn-ea"/>
                <a:cs typeface="+mn-cs"/>
              </a:rPr>
              <a:t>System.out.println</a:t>
            </a:r>
            <a:r>
              <a:rPr lang="en-US" sz="2080" kern="1200">
                <a:solidFill>
                  <a:srgbClr val="000000"/>
                </a:solidFill>
                <a:latin typeface="inter-regular"/>
                <a:ea typeface="+mn-ea"/>
                <a:cs typeface="+mn-cs"/>
              </a:rPr>
              <a:t>(</a:t>
            </a:r>
            <a:r>
              <a:rPr lang="en-US" sz="2080" kern="1200">
                <a:solidFill>
                  <a:srgbClr val="0000FF"/>
                </a:solidFill>
                <a:latin typeface="inter-regular"/>
                <a:ea typeface="+mn-ea"/>
                <a:cs typeface="+mn-cs"/>
              </a:rPr>
              <a:t>"Hello, World!"</a:t>
            </a:r>
            <a:r>
              <a:rPr lang="en-US" sz="2080" kern="1200">
                <a:solidFill>
                  <a:srgbClr val="000000"/>
                </a:solidFill>
                <a:latin typeface="inter-regular"/>
                <a:ea typeface="+mn-ea"/>
                <a:cs typeface="+mn-cs"/>
              </a:rPr>
              <a:t>);  </a:t>
            </a:r>
          </a:p>
          <a:p>
            <a:pPr algn="just" defTabSz="594360">
              <a:spcAft>
                <a:spcPts val="600"/>
              </a:spcAft>
            </a:pPr>
            <a:r>
              <a:rPr lang="en-US" sz="2080" kern="1200">
                <a:solidFill>
                  <a:srgbClr val="000000"/>
                </a:solidFill>
                <a:latin typeface="inter-regular"/>
                <a:ea typeface="+mn-ea"/>
                <a:cs typeface="+mn-cs"/>
              </a:rPr>
              <a:t>   }  </a:t>
            </a:r>
          </a:p>
          <a:p>
            <a:pPr algn="just" defTabSz="594360">
              <a:spcAft>
                <a:spcPts val="600"/>
              </a:spcAft>
            </a:pPr>
            <a:r>
              <a:rPr lang="en-US" sz="2080" kern="1200">
                <a:solidFill>
                  <a:srgbClr val="000000"/>
                </a:solidFill>
                <a:latin typeface="inter-regular"/>
                <a:ea typeface="+mn-ea"/>
                <a:cs typeface="+mn-cs"/>
              </a:rPr>
              <a:t>}  </a:t>
            </a:r>
            <a:endParaRPr lang="en-US" sz="3200" b="0" i="0">
              <a:solidFill>
                <a:srgbClr val="000000"/>
              </a:solidFill>
              <a:effectLst/>
              <a:latin typeface="inter-regular"/>
            </a:endParaRPr>
          </a:p>
        </p:txBody>
      </p:sp>
    </p:spTree>
    <p:extLst>
      <p:ext uri="{BB962C8B-B14F-4D97-AF65-F5344CB8AC3E}">
        <p14:creationId xmlns:p14="http://schemas.microsoft.com/office/powerpoint/2010/main" val="1502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TextBox 2">
            <a:extLst>
              <a:ext uri="{FF2B5EF4-FFF2-40B4-BE49-F238E27FC236}">
                <a16:creationId xmlns:a16="http://schemas.microsoft.com/office/drawing/2014/main" id="{36768611-6D59-9F2F-33B7-E229DDD68A0A}"/>
              </a:ext>
            </a:extLst>
          </p:cNvPr>
          <p:cNvSpPr txBox="1"/>
          <p:nvPr/>
        </p:nvSpPr>
        <p:spPr>
          <a:xfrm>
            <a:off x="838200" y="365125"/>
            <a:ext cx="9842237"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600" b="0" i="0" kern="1200">
                <a:solidFill>
                  <a:schemeClr val="tx1"/>
                </a:solidFill>
                <a:effectLst/>
                <a:latin typeface="+mj-lt"/>
                <a:ea typeface="+mj-ea"/>
                <a:cs typeface="+mj-cs"/>
              </a:rPr>
              <a:t>Python Comments</a:t>
            </a:r>
          </a:p>
        </p:txBody>
      </p:sp>
      <p:cxnSp>
        <p:nvCxnSpPr>
          <p:cNvPr id="18" name="Straight Connector 17">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22"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24"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FF42D918-B00E-1E75-76BC-B45CC739754C}"/>
              </a:ext>
            </a:extLst>
          </p:cNvPr>
          <p:cNvSpPr txBox="1"/>
          <p:nvPr/>
        </p:nvSpPr>
        <p:spPr>
          <a:xfrm>
            <a:off x="1332315" y="1825625"/>
            <a:ext cx="8679534" cy="1143775"/>
          </a:xfrm>
          <a:prstGeom prst="rect">
            <a:avLst/>
          </a:prstGeom>
          <a:noFill/>
        </p:spPr>
        <p:txBody>
          <a:bodyPr wrap="square">
            <a:spAutoFit/>
          </a:bodyPr>
          <a:lstStyle/>
          <a:p>
            <a:pPr marL="308610" indent="-308610" defTabSz="987552">
              <a:spcAft>
                <a:spcPts val="600"/>
              </a:spcAft>
              <a:buFont typeface="Wingdings" panose="05000000000000000000" pitchFamily="2" charset="2"/>
              <a:buChar char="Ø"/>
            </a:pPr>
            <a:r>
              <a:rPr lang="en-US" sz="1944" kern="1200">
                <a:solidFill>
                  <a:srgbClr val="000000"/>
                </a:solidFill>
                <a:latin typeface="Verdana" panose="020B0604030504040204" pitchFamily="34" charset="0"/>
                <a:ea typeface="+mn-ea"/>
                <a:cs typeface="+mn-cs"/>
              </a:rPr>
              <a:t>Comments can be used to explain Python code.</a:t>
            </a:r>
          </a:p>
          <a:p>
            <a:pPr marL="308610" indent="-308610" defTabSz="987552">
              <a:spcAft>
                <a:spcPts val="600"/>
              </a:spcAft>
              <a:buFont typeface="Wingdings" panose="05000000000000000000" pitchFamily="2" charset="2"/>
              <a:buChar char="Ø"/>
            </a:pPr>
            <a:r>
              <a:rPr lang="en-US" sz="1944" kern="1200">
                <a:solidFill>
                  <a:srgbClr val="000000"/>
                </a:solidFill>
                <a:latin typeface="Verdana" panose="020B0604030504040204" pitchFamily="34" charset="0"/>
                <a:ea typeface="+mn-ea"/>
                <a:cs typeface="+mn-cs"/>
              </a:rPr>
              <a:t>Comments can be used to make the code more readable.</a:t>
            </a:r>
          </a:p>
          <a:p>
            <a:pPr marL="308610" indent="-308610" defTabSz="987552">
              <a:spcAft>
                <a:spcPts val="600"/>
              </a:spcAft>
              <a:buFont typeface="Wingdings" panose="05000000000000000000" pitchFamily="2" charset="2"/>
              <a:buChar char="Ø"/>
            </a:pPr>
            <a:r>
              <a:rPr lang="en-US" sz="1944" kern="1200">
                <a:solidFill>
                  <a:srgbClr val="000000"/>
                </a:solidFill>
                <a:latin typeface="Verdana" panose="020B0604030504040204" pitchFamily="34" charset="0"/>
                <a:ea typeface="+mn-ea"/>
                <a:cs typeface="+mn-cs"/>
              </a:rPr>
              <a:t>Comments can be used to prevent execution when testing code.</a:t>
            </a:r>
            <a:endParaRPr lang="en-US" b="0" i="0">
              <a:solidFill>
                <a:srgbClr val="000000"/>
              </a:solidFill>
              <a:effectLst/>
              <a:latin typeface="Verdana" panose="020B0604030504040204" pitchFamily="34" charset="0"/>
            </a:endParaRPr>
          </a:p>
        </p:txBody>
      </p:sp>
      <p:sp>
        <p:nvSpPr>
          <p:cNvPr id="6" name="Rectangle 1">
            <a:extLst>
              <a:ext uri="{FF2B5EF4-FFF2-40B4-BE49-F238E27FC236}">
                <a16:creationId xmlns:a16="http://schemas.microsoft.com/office/drawing/2014/main" id="{7468D232-982C-C498-4C1A-8447F4EC2760}"/>
              </a:ext>
            </a:extLst>
          </p:cNvPr>
          <p:cNvSpPr>
            <a:spLocks noChangeArrowheads="1"/>
          </p:cNvSpPr>
          <p:nvPr/>
        </p:nvSpPr>
        <p:spPr bwMode="auto">
          <a:xfrm>
            <a:off x="1332315" y="3952826"/>
            <a:ext cx="9728551" cy="5283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87552">
              <a:spcAft>
                <a:spcPts val="600"/>
              </a:spcAft>
            </a:pPr>
            <a:r>
              <a:rPr lang="en-US" altLang="en-US" sz="2160" kern="1200">
                <a:solidFill>
                  <a:schemeClr val="tx1"/>
                </a:solidFill>
                <a:latin typeface="Arial" panose="020B0604020202020204" pitchFamily="34" charset="0"/>
                <a:ea typeface="+mn-ea"/>
                <a:cs typeface="+mn-cs"/>
              </a:rPr>
              <a:t>Comments starts with a #, and Python will ignore them</a:t>
            </a:r>
            <a:r>
              <a:rPr lang="en-US" altLang="en-US" sz="1512" kern="1200">
                <a:solidFill>
                  <a:schemeClr val="tx1"/>
                </a:solidFill>
                <a:latin typeface="Arial" panose="020B0604020202020204" pitchFamily="34" charset="0"/>
                <a:ea typeface="+mn-ea"/>
                <a:cs typeface="+mn-cs"/>
              </a:rPr>
              <a:t>:</a:t>
            </a:r>
            <a:endParaRPr lang="en-US" altLang="en-US" sz="1400"/>
          </a:p>
        </p:txBody>
      </p:sp>
      <p:sp>
        <p:nvSpPr>
          <p:cNvPr id="8" name="TextBox 7">
            <a:extLst>
              <a:ext uri="{FF2B5EF4-FFF2-40B4-BE49-F238E27FC236}">
                <a16:creationId xmlns:a16="http://schemas.microsoft.com/office/drawing/2014/main" id="{0E870A01-39D7-6B37-05FC-B5033AF4B515}"/>
              </a:ext>
            </a:extLst>
          </p:cNvPr>
          <p:cNvSpPr txBox="1"/>
          <p:nvPr/>
        </p:nvSpPr>
        <p:spPr>
          <a:xfrm>
            <a:off x="1332315" y="5476109"/>
            <a:ext cx="6610241" cy="700854"/>
          </a:xfrm>
          <a:prstGeom prst="rect">
            <a:avLst/>
          </a:prstGeom>
          <a:noFill/>
        </p:spPr>
        <p:txBody>
          <a:bodyPr wrap="square">
            <a:spAutoFit/>
          </a:bodyPr>
          <a:lstStyle/>
          <a:p>
            <a:pPr defTabSz="987552">
              <a:spcAft>
                <a:spcPts val="600"/>
              </a:spcAft>
            </a:pPr>
            <a:r>
              <a:rPr lang="en-US" sz="1944" kern="1200">
                <a:solidFill>
                  <a:srgbClr val="006700"/>
                </a:solidFill>
                <a:latin typeface="Consolas" panose="020B0609020204030204" pitchFamily="49" charset="0"/>
                <a:ea typeface="+mn-ea"/>
                <a:cs typeface="+mn-cs"/>
              </a:rPr>
              <a:t>#This is a comment</a:t>
            </a:r>
            <a:br>
              <a:rPr lang="en-US" sz="1944" kern="1200">
                <a:solidFill>
                  <a:srgbClr val="006700"/>
                </a:solidFill>
                <a:latin typeface="Consolas" panose="020B0609020204030204" pitchFamily="49" charset="0"/>
                <a:ea typeface="+mn-ea"/>
                <a:cs typeface="+mn-cs"/>
              </a:rPr>
            </a:br>
            <a:r>
              <a:rPr lang="en-US" sz="1944" kern="1200">
                <a:solidFill>
                  <a:srgbClr val="0000CD"/>
                </a:solidFill>
                <a:latin typeface="Consolas" panose="020B0609020204030204" pitchFamily="49" charset="0"/>
                <a:ea typeface="+mn-ea"/>
                <a:cs typeface="+mn-cs"/>
              </a:rPr>
              <a:t>print</a:t>
            </a:r>
            <a:r>
              <a:rPr lang="en-US" sz="1944" kern="1200">
                <a:solidFill>
                  <a:srgbClr val="000000"/>
                </a:solidFill>
                <a:latin typeface="Consolas" panose="020B0609020204030204" pitchFamily="49" charset="0"/>
                <a:ea typeface="+mn-ea"/>
                <a:cs typeface="+mn-cs"/>
              </a:rPr>
              <a:t>(</a:t>
            </a:r>
            <a:r>
              <a:rPr lang="en-US" sz="1944" kern="1200">
                <a:solidFill>
                  <a:srgbClr val="A52A2A"/>
                </a:solidFill>
                <a:latin typeface="Consolas" panose="020B0609020204030204" pitchFamily="49" charset="0"/>
                <a:ea typeface="+mn-ea"/>
                <a:cs typeface="+mn-cs"/>
              </a:rPr>
              <a:t>"Hello, World!"</a:t>
            </a:r>
            <a:r>
              <a:rPr lang="en-US" sz="1944" kern="1200">
                <a:solidFill>
                  <a:srgbClr val="000000"/>
                </a:solidFill>
                <a:latin typeface="Consolas" panose="020B0609020204030204" pitchFamily="49" charset="0"/>
                <a:ea typeface="+mn-ea"/>
                <a:cs typeface="+mn-cs"/>
              </a:rPr>
              <a:t>)</a:t>
            </a:r>
            <a:endParaRPr lang="en-US"/>
          </a:p>
        </p:txBody>
      </p:sp>
      <p:sp>
        <p:nvSpPr>
          <p:cNvPr id="10" name="TextBox 9">
            <a:extLst>
              <a:ext uri="{FF2B5EF4-FFF2-40B4-BE49-F238E27FC236}">
                <a16:creationId xmlns:a16="http://schemas.microsoft.com/office/drawing/2014/main" id="{5E49993A-4678-5FE6-8EAF-6A7344713F09}"/>
              </a:ext>
            </a:extLst>
          </p:cNvPr>
          <p:cNvSpPr txBox="1"/>
          <p:nvPr/>
        </p:nvSpPr>
        <p:spPr>
          <a:xfrm>
            <a:off x="1131134" y="3401867"/>
            <a:ext cx="6610241" cy="500610"/>
          </a:xfrm>
          <a:prstGeom prst="rect">
            <a:avLst/>
          </a:prstGeom>
          <a:noFill/>
        </p:spPr>
        <p:txBody>
          <a:bodyPr wrap="square">
            <a:spAutoFit/>
          </a:bodyPr>
          <a:lstStyle/>
          <a:p>
            <a:pPr defTabSz="987552" eaLnBrk="0" fontAlgn="base" hangingPunct="0">
              <a:spcBef>
                <a:spcPct val="0"/>
              </a:spcBef>
              <a:spcAft>
                <a:spcPts val="600"/>
              </a:spcAft>
            </a:pPr>
            <a:r>
              <a:rPr lang="en-US" altLang="en-US" sz="2592" b="1" kern="1200">
                <a:solidFill>
                  <a:schemeClr val="tx1"/>
                </a:solidFill>
                <a:latin typeface="+mn-lt"/>
                <a:ea typeface="+mn-ea"/>
                <a:cs typeface="+mn-cs"/>
              </a:rPr>
              <a:t>Creating a Comment</a:t>
            </a:r>
            <a:endParaRPr lang="en-US" altLang="en-US" sz="2400" b="1"/>
          </a:p>
        </p:txBody>
      </p:sp>
      <p:sp>
        <p:nvSpPr>
          <p:cNvPr id="11" name="TextBox 10">
            <a:extLst>
              <a:ext uri="{FF2B5EF4-FFF2-40B4-BE49-F238E27FC236}">
                <a16:creationId xmlns:a16="http://schemas.microsoft.com/office/drawing/2014/main" id="{226ED0CA-9212-D95A-C72A-F0765F389F4D}"/>
              </a:ext>
            </a:extLst>
          </p:cNvPr>
          <p:cNvSpPr txBox="1"/>
          <p:nvPr/>
        </p:nvSpPr>
        <p:spPr>
          <a:xfrm>
            <a:off x="1131134" y="4887008"/>
            <a:ext cx="6610241" cy="500610"/>
          </a:xfrm>
          <a:prstGeom prst="rect">
            <a:avLst/>
          </a:prstGeom>
          <a:noFill/>
        </p:spPr>
        <p:txBody>
          <a:bodyPr wrap="square">
            <a:spAutoFit/>
          </a:bodyPr>
          <a:lstStyle/>
          <a:p>
            <a:pPr defTabSz="987552" eaLnBrk="0" fontAlgn="base" hangingPunct="0">
              <a:spcBef>
                <a:spcPct val="0"/>
              </a:spcBef>
              <a:spcAft>
                <a:spcPts val="600"/>
              </a:spcAft>
            </a:pPr>
            <a:r>
              <a:rPr lang="en-US" altLang="en-US" sz="2592" b="1" kern="1200">
                <a:solidFill>
                  <a:schemeClr val="tx1"/>
                </a:solidFill>
                <a:latin typeface="+mn-lt"/>
                <a:ea typeface="+mn-ea"/>
                <a:cs typeface="+mn-cs"/>
              </a:rPr>
              <a:t>Example</a:t>
            </a:r>
            <a:endParaRPr lang="en-US" altLang="en-US" sz="2400" b="1"/>
          </a:p>
        </p:txBody>
      </p:sp>
    </p:spTree>
    <p:extLst>
      <p:ext uri="{BB962C8B-B14F-4D97-AF65-F5344CB8AC3E}">
        <p14:creationId xmlns:p14="http://schemas.microsoft.com/office/powerpoint/2010/main" val="1634443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2D44074-0B69-4F0C-A7B3-5645CE40D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0"/>
            <a:ext cx="465734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8DB98B-5FFB-C5CB-E9CC-568557830F0C}"/>
              </a:ext>
            </a:extLst>
          </p:cNvPr>
          <p:cNvSpPr txBox="1"/>
          <p:nvPr/>
        </p:nvSpPr>
        <p:spPr>
          <a:xfrm>
            <a:off x="8153399" y="640081"/>
            <a:ext cx="3395133" cy="5574452"/>
          </a:xfrm>
          <a:prstGeom prst="rect">
            <a:avLst/>
          </a:prstGeom>
        </p:spPr>
        <p:txBody>
          <a:bodyPr vert="horz" lIns="91440" tIns="45720" rIns="91440" bIns="45720" rtlCol="0" anchor="ctr">
            <a:normAutofit/>
          </a:bodyPr>
          <a:lstStyle/>
          <a:p>
            <a:pPr marL="0" marR="0" lvl="0" indent="0" fontAlgn="base">
              <a:lnSpc>
                <a:spcPct val="90000"/>
              </a:lnSpc>
              <a:spcBef>
                <a:spcPct val="0"/>
              </a:spcBef>
              <a:spcAft>
                <a:spcPts val="600"/>
              </a:spcAft>
              <a:buClrTx/>
              <a:buSzTx/>
              <a:tabLst/>
            </a:pPr>
            <a:r>
              <a:rPr lang="en-US" altLang="en-US" sz="4400" kern="1200">
                <a:solidFill>
                  <a:srgbClr val="FFFFFF"/>
                </a:solidFill>
                <a:latin typeface="+mj-lt"/>
                <a:ea typeface="+mj-ea"/>
                <a:cs typeface="+mj-cs"/>
              </a:rPr>
              <a:t>Multiline Comments</a:t>
            </a:r>
          </a:p>
        </p:txBody>
      </p:sp>
      <p:sp>
        <p:nvSpPr>
          <p:cNvPr id="2" name="Rectangle 1">
            <a:extLst>
              <a:ext uri="{FF2B5EF4-FFF2-40B4-BE49-F238E27FC236}">
                <a16:creationId xmlns:a16="http://schemas.microsoft.com/office/drawing/2014/main" id="{822A738B-BDF8-A052-FA4D-1853E0F3B73F}"/>
              </a:ext>
            </a:extLst>
          </p:cNvPr>
          <p:cNvSpPr>
            <a:spLocks noChangeArrowheads="1"/>
          </p:cNvSpPr>
          <p:nvPr/>
        </p:nvSpPr>
        <p:spPr bwMode="auto">
          <a:xfrm>
            <a:off x="642938" y="639763"/>
            <a:ext cx="6569075" cy="8509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ts val="600"/>
              </a:spcAft>
              <a:buClrTx/>
              <a:buSzTx/>
              <a:buFontTx/>
              <a:buNone/>
              <a:tabLst/>
            </a:pPr>
            <a:r>
              <a:rPr lang="en-US" altLang="en-US" dirty="0"/>
              <a:t>Python does not really have a syntax for multiline comments.</a:t>
            </a:r>
          </a:p>
          <a:p>
            <a:pPr marL="0" marR="0" lvl="0" indent="0" algn="l" defTabSz="914400" rtl="0" eaLnBrk="0" fontAlgn="base" latinLnBrk="0" hangingPunct="0">
              <a:lnSpc>
                <a:spcPct val="90000"/>
              </a:lnSpc>
              <a:spcBef>
                <a:spcPct val="0"/>
              </a:spcBef>
              <a:spcAft>
                <a:spcPts val="600"/>
              </a:spcAft>
              <a:buClrTx/>
              <a:buSzTx/>
              <a:buFontTx/>
              <a:buNone/>
              <a:tabLst/>
            </a:pPr>
            <a:r>
              <a:rPr lang="en-US" altLang="en-US" dirty="0"/>
              <a:t>To add a multiline comment you could insert a </a:t>
            </a:r>
            <a:r>
              <a:rPr lang="en-US" altLang="en-US" dirty="0">
                <a:solidFill>
                  <a:srgbClr val="00B050"/>
                </a:solidFill>
              </a:rPr>
              <a:t>#</a:t>
            </a:r>
            <a:r>
              <a:rPr lang="en-US" altLang="en-US" dirty="0"/>
              <a:t> for each line:</a:t>
            </a:r>
          </a:p>
        </p:txBody>
      </p:sp>
      <p:sp>
        <p:nvSpPr>
          <p:cNvPr id="6" name="TextBox 5">
            <a:extLst>
              <a:ext uri="{FF2B5EF4-FFF2-40B4-BE49-F238E27FC236}">
                <a16:creationId xmlns:a16="http://schemas.microsoft.com/office/drawing/2014/main" id="{7B961746-911D-C5C3-552D-B07642FE1443}"/>
              </a:ext>
            </a:extLst>
          </p:cNvPr>
          <p:cNvSpPr txBox="1"/>
          <p:nvPr/>
        </p:nvSpPr>
        <p:spPr>
          <a:xfrm>
            <a:off x="642937" y="1884326"/>
            <a:ext cx="6569075" cy="1301750"/>
          </a:xfrm>
          <a:prstGeom prst="rect">
            <a:avLst/>
          </a:prstGeom>
          <a:noFill/>
        </p:spPr>
        <p:txBody>
          <a:bodyPr wrap="square" anchor="t">
            <a:normAutofit fontScale="92500" lnSpcReduction="20000"/>
          </a:bodyPr>
          <a:lstStyle/>
          <a:p>
            <a:pPr>
              <a:lnSpc>
                <a:spcPct val="90000"/>
              </a:lnSpc>
              <a:spcAft>
                <a:spcPts val="600"/>
              </a:spcAft>
            </a:pPr>
            <a:r>
              <a:rPr lang="en-US" sz="2000" b="1" dirty="0">
                <a:latin typeface="Consolas" panose="020B0609020204030204" pitchFamily="49" charset="0"/>
              </a:rPr>
              <a:t>Example:</a:t>
            </a:r>
            <a:endParaRPr lang="en-US" sz="2000" b="1" i="0" dirty="0">
              <a:effectLst/>
              <a:latin typeface="Consolas" panose="020B0609020204030204" pitchFamily="49" charset="0"/>
            </a:endParaRPr>
          </a:p>
          <a:p>
            <a:pPr>
              <a:lnSpc>
                <a:spcPct val="90000"/>
              </a:lnSpc>
              <a:spcAft>
                <a:spcPts val="600"/>
              </a:spcAft>
            </a:pPr>
            <a:r>
              <a:rPr lang="en-US" sz="2000" b="0" i="0" dirty="0">
                <a:solidFill>
                  <a:srgbClr val="008000"/>
                </a:solidFill>
                <a:effectLst/>
                <a:latin typeface="Consolas" panose="020B0609020204030204" pitchFamily="49" charset="0"/>
              </a:rPr>
              <a:t>#This is a comment</a:t>
            </a:r>
            <a:br>
              <a:rPr lang="en-US" sz="2000" b="0" i="0" dirty="0">
                <a:solidFill>
                  <a:srgbClr val="008000"/>
                </a:solidFill>
                <a:effectLst/>
                <a:latin typeface="Consolas" panose="020B0609020204030204" pitchFamily="49" charset="0"/>
              </a:rPr>
            </a:br>
            <a:r>
              <a:rPr lang="en-US" sz="2000" b="0" i="0" dirty="0">
                <a:solidFill>
                  <a:srgbClr val="008000"/>
                </a:solidFill>
                <a:effectLst/>
                <a:latin typeface="Consolas" panose="020B0609020204030204" pitchFamily="49" charset="0"/>
              </a:rPr>
              <a:t>#written in</a:t>
            </a:r>
            <a:br>
              <a:rPr lang="en-US" sz="2000" b="0" i="0" dirty="0">
                <a:solidFill>
                  <a:srgbClr val="008000"/>
                </a:solidFill>
                <a:effectLst/>
                <a:latin typeface="Consolas" panose="020B0609020204030204" pitchFamily="49" charset="0"/>
              </a:rPr>
            </a:br>
            <a:r>
              <a:rPr lang="en-US" sz="2000" b="0" i="0" dirty="0">
                <a:solidFill>
                  <a:srgbClr val="008000"/>
                </a:solidFill>
                <a:effectLst/>
                <a:latin typeface="Consolas" panose="020B0609020204030204" pitchFamily="49" charset="0"/>
              </a:rPr>
              <a:t>#more than just one line</a:t>
            </a:r>
            <a:br>
              <a:rPr lang="en-US" sz="2000" b="0" i="0" dirty="0">
                <a:solidFill>
                  <a:srgbClr val="008000"/>
                </a:solidFill>
                <a:effectLst/>
                <a:latin typeface="Consolas" panose="020B0609020204030204" pitchFamily="49" charset="0"/>
              </a:rPr>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a:solidFill>
                  <a:srgbClr val="A52A2A"/>
                </a:solidFill>
                <a:effectLst/>
                <a:latin typeface="Consolas" panose="020B0609020204030204" pitchFamily="49" charset="0"/>
              </a:rPr>
              <a:t>"Hello, World!"</a:t>
            </a:r>
            <a:r>
              <a:rPr lang="en-US" sz="2000" b="0" i="0" dirty="0">
                <a:solidFill>
                  <a:srgbClr val="000000"/>
                </a:solidFill>
                <a:effectLst/>
                <a:latin typeface="Consolas" panose="020B0609020204030204" pitchFamily="49" charset="0"/>
              </a:rPr>
              <a:t>)</a:t>
            </a:r>
            <a:endParaRPr lang="en-US" sz="2000" dirty="0"/>
          </a:p>
        </p:txBody>
      </p:sp>
      <p:sp>
        <p:nvSpPr>
          <p:cNvPr id="8" name="TextBox 7">
            <a:extLst>
              <a:ext uri="{FF2B5EF4-FFF2-40B4-BE49-F238E27FC236}">
                <a16:creationId xmlns:a16="http://schemas.microsoft.com/office/drawing/2014/main" id="{0FFAA828-44DC-12D5-83EF-00F6D53FFEAE}"/>
              </a:ext>
            </a:extLst>
          </p:cNvPr>
          <p:cNvSpPr txBox="1"/>
          <p:nvPr/>
        </p:nvSpPr>
        <p:spPr>
          <a:xfrm>
            <a:off x="642937" y="3406182"/>
            <a:ext cx="6569075" cy="1640987"/>
          </a:xfrm>
          <a:prstGeom prst="rect">
            <a:avLst/>
          </a:prstGeom>
          <a:noFill/>
        </p:spPr>
        <p:txBody>
          <a:bodyPr wrap="square" anchor="t">
            <a:normAutofit lnSpcReduction="10000"/>
          </a:bodyPr>
          <a:lstStyle/>
          <a:p>
            <a:pPr algn="l">
              <a:lnSpc>
                <a:spcPct val="90000"/>
              </a:lnSpc>
              <a:spcAft>
                <a:spcPts val="600"/>
              </a:spcAft>
            </a:pPr>
            <a:r>
              <a:rPr lang="en-US" b="0" i="0" dirty="0">
                <a:solidFill>
                  <a:srgbClr val="000000"/>
                </a:solidFill>
                <a:effectLst/>
                <a:latin typeface="Verdana" panose="020B0604030504040204" pitchFamily="34" charset="0"/>
              </a:rPr>
              <a:t>Or, not quite as intended, you can use a multiline string.</a:t>
            </a:r>
          </a:p>
          <a:p>
            <a:pPr algn="l">
              <a:lnSpc>
                <a:spcPct val="90000"/>
              </a:lnSpc>
              <a:spcAft>
                <a:spcPts val="600"/>
              </a:spcAft>
            </a:pPr>
            <a:r>
              <a:rPr lang="en-US" b="0" i="0" dirty="0">
                <a:solidFill>
                  <a:srgbClr val="000000"/>
                </a:solidFill>
                <a:effectLst/>
                <a:latin typeface="Verdana" panose="020B0604030504040204" pitchFamily="34" charset="0"/>
              </a:rPr>
              <a:t>Since Python will ignore string literals that are not assigned to a variable, you can add a multiline string (triple quotes) in your code, and place your comment inside it:</a:t>
            </a:r>
          </a:p>
        </p:txBody>
      </p:sp>
      <p:sp>
        <p:nvSpPr>
          <p:cNvPr id="10" name="TextBox 9">
            <a:extLst>
              <a:ext uri="{FF2B5EF4-FFF2-40B4-BE49-F238E27FC236}">
                <a16:creationId xmlns:a16="http://schemas.microsoft.com/office/drawing/2014/main" id="{65C4EAF4-CE54-64E1-8CDA-2DD5A3D4A95D}"/>
              </a:ext>
            </a:extLst>
          </p:cNvPr>
          <p:cNvSpPr txBox="1"/>
          <p:nvPr/>
        </p:nvSpPr>
        <p:spPr>
          <a:xfrm>
            <a:off x="642938" y="4881489"/>
            <a:ext cx="6569075" cy="1976511"/>
          </a:xfrm>
          <a:prstGeom prst="rect">
            <a:avLst/>
          </a:prstGeom>
          <a:noFill/>
        </p:spPr>
        <p:txBody>
          <a:bodyPr wrap="square" anchor="t">
            <a:normAutofit/>
          </a:bodyPr>
          <a:lstStyle/>
          <a:p>
            <a:pPr>
              <a:lnSpc>
                <a:spcPct val="90000"/>
              </a:lnSpc>
              <a:spcAft>
                <a:spcPts val="600"/>
              </a:spcAft>
            </a:pPr>
            <a:r>
              <a:rPr lang="en-US" b="1" i="0" dirty="0">
                <a:effectLst/>
                <a:latin typeface="Consolas" panose="020B0609020204030204" pitchFamily="49" charset="0"/>
              </a:rPr>
              <a:t>Example:</a:t>
            </a:r>
          </a:p>
          <a:p>
            <a:pPr>
              <a:lnSpc>
                <a:spcPct val="90000"/>
              </a:lnSpc>
              <a:spcAft>
                <a:spcPts val="600"/>
              </a:spcAft>
            </a:pPr>
            <a:r>
              <a:rPr lang="en-US" b="0" i="0" dirty="0">
                <a:solidFill>
                  <a:srgbClr val="A52A2A"/>
                </a:solidFill>
                <a:effectLst/>
                <a:latin typeface="Consolas" panose="020B0609020204030204" pitchFamily="49" charset="0"/>
              </a:rPr>
              <a:t>"""</a:t>
            </a:r>
            <a:br>
              <a:rPr lang="en-US" b="0" i="0" dirty="0">
                <a:solidFill>
                  <a:srgbClr val="A52A2A"/>
                </a:solidFill>
                <a:effectLst/>
                <a:latin typeface="Consolas" panose="020B0609020204030204" pitchFamily="49" charset="0"/>
              </a:rPr>
            </a:br>
            <a:r>
              <a:rPr lang="en-US" b="0" i="0" dirty="0">
                <a:solidFill>
                  <a:srgbClr val="A52A2A"/>
                </a:solidFill>
                <a:effectLst/>
                <a:latin typeface="Consolas" panose="020B0609020204030204" pitchFamily="49" charset="0"/>
              </a:rPr>
              <a:t>This is a comment</a:t>
            </a:r>
            <a:br>
              <a:rPr lang="en-US" b="0" i="0" dirty="0">
                <a:solidFill>
                  <a:srgbClr val="A52A2A"/>
                </a:solidFill>
                <a:effectLst/>
                <a:latin typeface="Consolas" panose="020B0609020204030204" pitchFamily="49" charset="0"/>
              </a:rPr>
            </a:br>
            <a:r>
              <a:rPr lang="en-US" b="0" i="0" dirty="0">
                <a:solidFill>
                  <a:srgbClr val="A52A2A"/>
                </a:solidFill>
                <a:effectLst/>
                <a:latin typeface="Consolas" panose="020B0609020204030204" pitchFamily="49" charset="0"/>
              </a:rPr>
              <a:t>written in</a:t>
            </a:r>
            <a:br>
              <a:rPr lang="en-US" b="0" i="0" dirty="0">
                <a:solidFill>
                  <a:srgbClr val="A52A2A"/>
                </a:solidFill>
                <a:effectLst/>
                <a:latin typeface="Consolas" panose="020B0609020204030204" pitchFamily="49" charset="0"/>
              </a:rPr>
            </a:br>
            <a:r>
              <a:rPr lang="en-US" b="0" i="0" dirty="0">
                <a:solidFill>
                  <a:srgbClr val="A52A2A"/>
                </a:solidFill>
                <a:effectLst/>
                <a:latin typeface="Consolas" panose="020B0609020204030204" pitchFamily="49" charset="0"/>
              </a:rPr>
              <a:t>more than just one line</a:t>
            </a:r>
            <a:br>
              <a:rPr lang="en-US" b="0" i="0" dirty="0">
                <a:solidFill>
                  <a:srgbClr val="A52A2A"/>
                </a:solidFill>
                <a:effectLst/>
                <a:latin typeface="Consolas" panose="020B0609020204030204" pitchFamily="49" charset="0"/>
              </a:rPr>
            </a:br>
            <a:r>
              <a:rPr lang="en-US" b="0" i="0" dirty="0">
                <a:solidFill>
                  <a:srgbClr val="A52A2A"/>
                </a:solidFill>
                <a:effectLst/>
                <a:latin typeface="Consolas" panose="020B0609020204030204" pitchFamily="49" charset="0"/>
              </a:rPr>
              <a:t>"""</a:t>
            </a:r>
            <a:br>
              <a:rPr lang="en-US" dirty="0"/>
            </a:br>
            <a:r>
              <a:rPr lang="en-US" b="0" i="0" dirty="0">
                <a:solidFill>
                  <a:srgbClr val="0000CD"/>
                </a:solidFill>
                <a:effectLst/>
                <a:latin typeface="Consolas" panose="020B0609020204030204" pitchFamily="49" charset="0"/>
              </a:rPr>
              <a:t>print</a:t>
            </a:r>
            <a:r>
              <a:rPr lang="en-US" b="0" i="0" dirty="0">
                <a:solidFill>
                  <a:srgbClr val="000000"/>
                </a:solidFill>
                <a:effectLst/>
                <a:latin typeface="Consolas" panose="020B0609020204030204" pitchFamily="49" charset="0"/>
              </a:rPr>
              <a:t>(</a:t>
            </a:r>
            <a:r>
              <a:rPr lang="en-US" b="0" i="0" dirty="0">
                <a:solidFill>
                  <a:srgbClr val="A52A2A"/>
                </a:solidFill>
                <a:effectLst/>
                <a:latin typeface="Consolas" panose="020B0609020204030204" pitchFamily="49" charset="0"/>
              </a:rPr>
              <a:t>"Hello, World!"</a:t>
            </a:r>
            <a:r>
              <a:rPr lang="en-US" b="0" i="0" dirty="0">
                <a:solidFill>
                  <a:srgbClr val="000000"/>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1653462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EF2A6A-8F21-5A1D-F650-39A76D5320E2}"/>
              </a:ext>
            </a:extLst>
          </p:cNvPr>
          <p:cNvSpPr txBox="1"/>
          <p:nvPr/>
        </p:nvSpPr>
        <p:spPr>
          <a:xfrm>
            <a:off x="795130" y="547833"/>
            <a:ext cx="3525078" cy="707886"/>
          </a:xfrm>
          <a:prstGeom prst="rect">
            <a:avLst/>
          </a:prstGeom>
          <a:noFill/>
        </p:spPr>
        <p:txBody>
          <a:bodyPr wrap="square">
            <a:spAutoFit/>
          </a:bodyPr>
          <a:lstStyle/>
          <a:p>
            <a:pPr algn="l"/>
            <a:r>
              <a:rPr lang="en-US" sz="4000" b="1" i="0" dirty="0">
                <a:solidFill>
                  <a:srgbClr val="000000"/>
                </a:solidFill>
                <a:effectLst/>
                <a:latin typeface="Segoe UI" panose="020B0502040204020203" pitchFamily="34" charset="0"/>
              </a:rPr>
              <a:t>Python Install</a:t>
            </a:r>
          </a:p>
        </p:txBody>
      </p:sp>
      <p:sp>
        <p:nvSpPr>
          <p:cNvPr id="6" name="TextBox 5">
            <a:extLst>
              <a:ext uri="{FF2B5EF4-FFF2-40B4-BE49-F238E27FC236}">
                <a16:creationId xmlns:a16="http://schemas.microsoft.com/office/drawing/2014/main" id="{80F0641C-A923-E701-A645-16C7D745B930}"/>
              </a:ext>
            </a:extLst>
          </p:cNvPr>
          <p:cNvSpPr txBox="1"/>
          <p:nvPr/>
        </p:nvSpPr>
        <p:spPr>
          <a:xfrm>
            <a:off x="795130" y="1427418"/>
            <a:ext cx="9395791" cy="1569660"/>
          </a:xfrm>
          <a:prstGeom prst="rect">
            <a:avLst/>
          </a:prstGeom>
          <a:noFill/>
        </p:spPr>
        <p:txBody>
          <a:bodyPr wrap="square">
            <a:spAutoFit/>
          </a:bodyPr>
          <a:lstStyle/>
          <a:p>
            <a:pPr algn="l"/>
            <a:r>
              <a:rPr lang="en-US" sz="2400" b="0" i="0" dirty="0">
                <a:solidFill>
                  <a:srgbClr val="000000"/>
                </a:solidFill>
                <a:effectLst/>
                <a:latin typeface="Verdana" panose="020B0604030504040204" pitchFamily="34" charset="0"/>
              </a:rPr>
              <a:t>Many PCs and Macs will have python already installed.</a:t>
            </a:r>
          </a:p>
          <a:p>
            <a:pPr algn="l"/>
            <a:r>
              <a:rPr lang="en-US" sz="2400" b="0" i="0" dirty="0">
                <a:solidFill>
                  <a:srgbClr val="000000"/>
                </a:solidFill>
                <a:effectLst/>
                <a:latin typeface="Verdana" panose="020B0604030504040204" pitchFamily="34" charset="0"/>
              </a:rPr>
              <a:t>To check if you have python installed on a Windows PC, search in the start bar for Python or run the following on the Command Line (cmd.exe):</a:t>
            </a:r>
          </a:p>
        </p:txBody>
      </p:sp>
      <p:sp>
        <p:nvSpPr>
          <p:cNvPr id="12" name="TextBox 11">
            <a:extLst>
              <a:ext uri="{FF2B5EF4-FFF2-40B4-BE49-F238E27FC236}">
                <a16:creationId xmlns:a16="http://schemas.microsoft.com/office/drawing/2014/main" id="{A3547EF4-BBC3-8F99-A4FB-75BF0A66E260}"/>
              </a:ext>
            </a:extLst>
          </p:cNvPr>
          <p:cNvSpPr txBox="1"/>
          <p:nvPr/>
        </p:nvSpPr>
        <p:spPr>
          <a:xfrm>
            <a:off x="795130" y="3337703"/>
            <a:ext cx="6838122" cy="523220"/>
          </a:xfrm>
          <a:prstGeom prst="rect">
            <a:avLst/>
          </a:prstGeom>
          <a:noFill/>
        </p:spPr>
        <p:txBody>
          <a:bodyPr wrap="square">
            <a:spAutoFit/>
          </a:bodyPr>
          <a:lstStyle/>
          <a:p>
            <a:r>
              <a:rPr lang="en-US" sz="2800" dirty="0">
                <a:solidFill>
                  <a:schemeClr val="bg1"/>
                </a:solidFill>
                <a:highlight>
                  <a:srgbClr val="000000"/>
                </a:highlight>
              </a:rPr>
              <a:t>C:\Users\Ishfaque</a:t>
            </a:r>
            <a:r>
              <a:rPr lang="en-US" sz="2800">
                <a:solidFill>
                  <a:schemeClr val="bg1"/>
                </a:solidFill>
                <a:highlight>
                  <a:srgbClr val="000000"/>
                </a:highlight>
              </a:rPr>
              <a:t>&gt;python --</a:t>
            </a:r>
            <a:r>
              <a:rPr lang="en-US" sz="2800" dirty="0">
                <a:solidFill>
                  <a:schemeClr val="bg1"/>
                </a:solidFill>
                <a:highlight>
                  <a:srgbClr val="000000"/>
                </a:highlight>
              </a:rPr>
              <a:t>version</a:t>
            </a:r>
          </a:p>
        </p:txBody>
      </p:sp>
      <p:sp>
        <p:nvSpPr>
          <p:cNvPr id="14" name="TextBox 13">
            <a:extLst>
              <a:ext uri="{FF2B5EF4-FFF2-40B4-BE49-F238E27FC236}">
                <a16:creationId xmlns:a16="http://schemas.microsoft.com/office/drawing/2014/main" id="{1DEEC0C1-DF7F-B4DC-B606-6F055C982E42}"/>
              </a:ext>
            </a:extLst>
          </p:cNvPr>
          <p:cNvSpPr txBox="1"/>
          <p:nvPr/>
        </p:nvSpPr>
        <p:spPr>
          <a:xfrm>
            <a:off x="795130" y="4230253"/>
            <a:ext cx="10296940" cy="1200329"/>
          </a:xfrm>
          <a:prstGeom prst="rect">
            <a:avLst/>
          </a:prstGeom>
          <a:noFill/>
        </p:spPr>
        <p:txBody>
          <a:bodyPr wrap="square">
            <a:spAutoFit/>
          </a:bodyPr>
          <a:lstStyle/>
          <a:p>
            <a:pPr algn="l"/>
            <a:r>
              <a:rPr lang="en-US" sz="2400" b="0" i="0" dirty="0">
                <a:solidFill>
                  <a:srgbClr val="000000"/>
                </a:solidFill>
                <a:effectLst/>
                <a:latin typeface="Verdana" panose="020B0604030504040204" pitchFamily="34" charset="0"/>
              </a:rPr>
              <a:t>If you find that you do not have Python installed on your computer, then you can download it for free from the following website: </a:t>
            </a:r>
            <a:r>
              <a:rPr lang="en-US" sz="2400" b="0" i="0" dirty="0">
                <a:solidFill>
                  <a:srgbClr val="000000"/>
                </a:solidFill>
                <a:effectLst/>
                <a:latin typeface="Verdana" panose="020B0604030504040204" pitchFamily="34" charset="0"/>
                <a:hlinkClick r:id="rId2"/>
              </a:rPr>
              <a:t>https://www.python.org/</a:t>
            </a:r>
            <a:endParaRPr lang="en-US" sz="24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1772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190207-750C-562C-1217-738AB0D16E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73"/>
            <a:ext cx="12194977" cy="6856327"/>
          </a:xfrm>
          <a:prstGeom prst="rect">
            <a:avLst/>
          </a:prstGeom>
        </p:spPr>
      </p:pic>
    </p:spTree>
    <p:extLst>
      <p:ext uri="{BB962C8B-B14F-4D97-AF65-F5344CB8AC3E}">
        <p14:creationId xmlns:p14="http://schemas.microsoft.com/office/powerpoint/2010/main" val="659226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screen shot of a computer&#10;&#10;Description automatically generated">
            <a:extLst>
              <a:ext uri="{FF2B5EF4-FFF2-40B4-BE49-F238E27FC236}">
                <a16:creationId xmlns:a16="http://schemas.microsoft.com/office/drawing/2014/main" id="{ACCE6CB7-BCAB-2D7D-6591-522E67F72B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3"/>
            <a:ext cx="12192000" cy="6854653"/>
          </a:xfrm>
          <a:prstGeom prst="rect">
            <a:avLst/>
          </a:prstGeom>
        </p:spPr>
      </p:pic>
    </p:spTree>
    <p:extLst>
      <p:ext uri="{BB962C8B-B14F-4D97-AF65-F5344CB8AC3E}">
        <p14:creationId xmlns:p14="http://schemas.microsoft.com/office/powerpoint/2010/main" val="1084487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1CD6B0-8433-24EE-8331-1CDE8B0DE91B}"/>
              </a:ext>
            </a:extLst>
          </p:cNvPr>
          <p:cNvSpPr txBox="1"/>
          <p:nvPr/>
        </p:nvSpPr>
        <p:spPr>
          <a:xfrm>
            <a:off x="4392050" y="124823"/>
            <a:ext cx="3407899" cy="584775"/>
          </a:xfrm>
          <a:prstGeom prst="rect">
            <a:avLst/>
          </a:prstGeom>
          <a:noFill/>
        </p:spPr>
        <p:txBody>
          <a:bodyPr wrap="square">
            <a:spAutoFit/>
          </a:bodyPr>
          <a:lstStyle/>
          <a:p>
            <a:pPr algn="just"/>
            <a:r>
              <a:rPr lang="en-US" sz="3200" b="1" i="0" dirty="0">
                <a:effectLst/>
                <a:latin typeface="erdana"/>
              </a:rPr>
              <a:t>Python Data Types</a:t>
            </a:r>
          </a:p>
        </p:txBody>
      </p:sp>
      <p:sp>
        <p:nvSpPr>
          <p:cNvPr id="7" name="TextBox 6">
            <a:extLst>
              <a:ext uri="{FF2B5EF4-FFF2-40B4-BE49-F238E27FC236}">
                <a16:creationId xmlns:a16="http://schemas.microsoft.com/office/drawing/2014/main" id="{92937DF7-FC7F-79D0-16CE-C6959C29155F}"/>
              </a:ext>
            </a:extLst>
          </p:cNvPr>
          <p:cNvSpPr txBox="1"/>
          <p:nvPr/>
        </p:nvSpPr>
        <p:spPr>
          <a:xfrm>
            <a:off x="1420837" y="1202677"/>
            <a:ext cx="9762978" cy="5447645"/>
          </a:xfrm>
          <a:prstGeom prst="rect">
            <a:avLst/>
          </a:prstGeom>
          <a:noFill/>
        </p:spPr>
        <p:txBody>
          <a:bodyPr wrap="square">
            <a:spAutoFit/>
          </a:bodyPr>
          <a:lstStyle/>
          <a:p>
            <a:pPr marL="342900" indent="-342900">
              <a:buFont typeface="Wingdings" panose="05000000000000000000" pitchFamily="2" charset="2"/>
              <a:buChar char="Ø"/>
            </a:pPr>
            <a:r>
              <a:rPr lang="en-US" sz="2400" b="0" i="0" dirty="0">
                <a:effectLst/>
                <a:latin typeface="inter-regular"/>
              </a:rPr>
              <a:t>Every value has a datatype, and variables can hold values. Python is a powerfully composed language; consequently, we don't have to characterize the sort of variable while announcing it. The interpreter binds the value implicitly to its type.</a:t>
            </a:r>
          </a:p>
          <a:p>
            <a:pPr marL="342900" indent="-342900">
              <a:buFont typeface="Wingdings" panose="05000000000000000000" pitchFamily="2" charset="2"/>
              <a:buChar char="Ø"/>
            </a:pPr>
            <a:r>
              <a:rPr lang="en-US" sz="3600" b="1" i="0" dirty="0">
                <a:effectLst/>
                <a:latin typeface="inter-regular"/>
              </a:rPr>
              <a:t>a = 5 </a:t>
            </a:r>
            <a:endParaRPr lang="en-US" sz="3600" b="1" dirty="0">
              <a:latin typeface="inter-regular"/>
            </a:endParaRPr>
          </a:p>
          <a:p>
            <a:pPr marL="342900" indent="-342900">
              <a:buFont typeface="Wingdings" panose="05000000000000000000" pitchFamily="2" charset="2"/>
              <a:buChar char="Ø"/>
            </a:pPr>
            <a:r>
              <a:rPr lang="en-US" sz="2400" b="0" i="0" dirty="0">
                <a:effectLst/>
                <a:latin typeface="inter-regular"/>
              </a:rPr>
              <a:t>We did not specify the type of the variable a, which has the value five from an integer. The Python interpreter will automatically interpret the variable as an integer.</a:t>
            </a:r>
          </a:p>
          <a:p>
            <a:pPr algn="just"/>
            <a:r>
              <a:rPr lang="en-US" sz="2400" b="0" i="0" dirty="0">
                <a:effectLst/>
                <a:latin typeface="inter-regular"/>
              </a:rPr>
              <a:t>	a=10  </a:t>
            </a:r>
          </a:p>
          <a:p>
            <a:pPr algn="just"/>
            <a:r>
              <a:rPr lang="en-US" sz="2400" b="0" i="0" dirty="0">
                <a:effectLst/>
                <a:latin typeface="inter-regular"/>
              </a:rPr>
              <a:t>	b="Hi Python"  </a:t>
            </a:r>
          </a:p>
          <a:p>
            <a:pPr algn="just"/>
            <a:r>
              <a:rPr lang="en-US" sz="2400" b="0" i="0" dirty="0">
                <a:effectLst/>
                <a:latin typeface="inter-regular"/>
              </a:rPr>
              <a:t>	c = 10.5  </a:t>
            </a:r>
          </a:p>
          <a:p>
            <a:pPr algn="just"/>
            <a:r>
              <a:rPr lang="en-US" sz="2400" b="1" i="0" dirty="0">
                <a:effectLst/>
                <a:latin typeface="inter-regular"/>
              </a:rPr>
              <a:t>	print</a:t>
            </a:r>
            <a:r>
              <a:rPr lang="en-US" sz="2400" b="0" i="0" dirty="0">
                <a:effectLst/>
                <a:latin typeface="inter-regular"/>
              </a:rPr>
              <a:t>(type(a))  </a:t>
            </a:r>
          </a:p>
          <a:p>
            <a:pPr algn="just"/>
            <a:r>
              <a:rPr lang="en-US" sz="2400" b="1" i="0" dirty="0">
                <a:effectLst/>
                <a:latin typeface="inter-regular"/>
              </a:rPr>
              <a:t>	print</a:t>
            </a:r>
            <a:r>
              <a:rPr lang="en-US" sz="2400" b="0" i="0" dirty="0">
                <a:effectLst/>
                <a:latin typeface="inter-regular"/>
              </a:rPr>
              <a:t>(type(b))  </a:t>
            </a:r>
          </a:p>
          <a:p>
            <a:pPr algn="just"/>
            <a:r>
              <a:rPr lang="en-US" sz="2400" b="1" i="0" dirty="0">
                <a:effectLst/>
                <a:latin typeface="inter-regular"/>
              </a:rPr>
              <a:t>	print</a:t>
            </a:r>
            <a:r>
              <a:rPr lang="en-US" sz="2400" b="0" i="0" dirty="0">
                <a:effectLst/>
                <a:latin typeface="inter-regular"/>
              </a:rPr>
              <a:t>(type(c))</a:t>
            </a:r>
          </a:p>
        </p:txBody>
      </p:sp>
      <p:sp>
        <p:nvSpPr>
          <p:cNvPr id="8" name="Rectangle 1">
            <a:extLst>
              <a:ext uri="{FF2B5EF4-FFF2-40B4-BE49-F238E27FC236}">
                <a16:creationId xmlns:a16="http://schemas.microsoft.com/office/drawing/2014/main" id="{31C390AF-E82F-4B1E-F466-42E067F41161}"/>
              </a:ext>
            </a:extLst>
          </p:cNvPr>
          <p:cNvSpPr>
            <a:spLocks noChangeArrowheads="1"/>
          </p:cNvSpPr>
          <p:nvPr/>
        </p:nvSpPr>
        <p:spPr bwMode="auto">
          <a:xfrm>
            <a:off x="7216726" y="4778160"/>
            <a:ext cx="2912012" cy="175432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effectLst/>
                <a:latin typeface="inter-bold"/>
              </a:rPr>
              <a:t>Output:</a:t>
            </a:r>
            <a:endParaRPr kumimoji="0" lang="en-US" altLang="en-US" sz="32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Arial Unicode MS"/>
              </a:rPr>
              <a:t>&lt;type 'int’&gt;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Arial Unicode MS"/>
              </a:rPr>
              <a:t> &lt;type 'str’&gt;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Arial Unicode MS"/>
              </a:rPr>
              <a:t> &lt;type 'float'&gt;</a:t>
            </a:r>
            <a:endParaRPr kumimoji="0" lang="en-US" altLang="en-US" sz="4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174309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C5221D-D289-DC49-1A8C-947F4D75FA6E}"/>
              </a:ext>
            </a:extLst>
          </p:cNvPr>
          <p:cNvSpPr txBox="1"/>
          <p:nvPr/>
        </p:nvSpPr>
        <p:spPr>
          <a:xfrm>
            <a:off x="3934850" y="0"/>
            <a:ext cx="4322299" cy="646331"/>
          </a:xfrm>
          <a:prstGeom prst="rect">
            <a:avLst/>
          </a:prstGeom>
          <a:noFill/>
        </p:spPr>
        <p:txBody>
          <a:bodyPr wrap="square">
            <a:spAutoFit/>
          </a:bodyPr>
          <a:lstStyle/>
          <a:p>
            <a:pPr algn="just"/>
            <a:r>
              <a:rPr lang="en-US" sz="3600" b="1" i="0" dirty="0">
                <a:effectLst/>
                <a:latin typeface="erdana"/>
              </a:rPr>
              <a:t>Standard data types</a:t>
            </a:r>
          </a:p>
        </p:txBody>
      </p:sp>
      <p:sp>
        <p:nvSpPr>
          <p:cNvPr id="7" name="TextBox 6">
            <a:extLst>
              <a:ext uri="{FF2B5EF4-FFF2-40B4-BE49-F238E27FC236}">
                <a16:creationId xmlns:a16="http://schemas.microsoft.com/office/drawing/2014/main" id="{2DB237FD-EC9A-FC22-95E7-9E1EC0D52C2F}"/>
              </a:ext>
            </a:extLst>
          </p:cNvPr>
          <p:cNvSpPr txBox="1"/>
          <p:nvPr/>
        </p:nvSpPr>
        <p:spPr>
          <a:xfrm>
            <a:off x="2053883" y="1233493"/>
            <a:ext cx="9509759" cy="4832092"/>
          </a:xfrm>
          <a:prstGeom prst="rect">
            <a:avLst/>
          </a:prstGeom>
          <a:noFill/>
        </p:spPr>
        <p:txBody>
          <a:bodyPr wrap="square">
            <a:spAutoFit/>
          </a:bodyPr>
          <a:lstStyle/>
          <a:p>
            <a:pPr marL="457200" indent="-457200">
              <a:buFont typeface="Wingdings" panose="05000000000000000000" pitchFamily="2" charset="2"/>
              <a:buChar char="Ø"/>
            </a:pPr>
            <a:r>
              <a:rPr lang="en-US" sz="2800" b="0" i="0" dirty="0">
                <a:solidFill>
                  <a:srgbClr val="333333"/>
                </a:solidFill>
                <a:effectLst/>
                <a:latin typeface="inter-regular"/>
              </a:rPr>
              <a:t>A variable can contain a variety of values. On the other hand, a person's id must be stored as an integer, while their name must be stored as a string.</a:t>
            </a:r>
          </a:p>
          <a:p>
            <a:pPr marL="457200" indent="-457200">
              <a:buFont typeface="Wingdings" panose="05000000000000000000" pitchFamily="2" charset="2"/>
              <a:buChar char="Ø"/>
            </a:pPr>
            <a:r>
              <a:rPr lang="en-US" sz="2800" b="0" i="0" dirty="0">
                <a:solidFill>
                  <a:srgbClr val="333333"/>
                </a:solidFill>
                <a:effectLst/>
                <a:latin typeface="inter-regular"/>
              </a:rPr>
              <a:t>The storage method for each of the standard data types that Python provides is specified by Python. </a:t>
            </a:r>
          </a:p>
          <a:p>
            <a:pPr marL="457200" indent="-457200">
              <a:buFont typeface="Wingdings" panose="05000000000000000000" pitchFamily="2" charset="2"/>
              <a:buChar char="Ø"/>
            </a:pPr>
            <a:r>
              <a:rPr lang="en-US" sz="2800" b="0" i="0" dirty="0">
                <a:solidFill>
                  <a:srgbClr val="333333"/>
                </a:solidFill>
                <a:effectLst/>
                <a:latin typeface="inter-regular"/>
              </a:rPr>
              <a:t>The following is a list of the Python-defined data types</a:t>
            </a:r>
          </a:p>
          <a:p>
            <a:pPr marL="457200" indent="-457200" algn="just">
              <a:buFont typeface="+mj-lt"/>
              <a:buAutoNum type="arabicPeriod"/>
            </a:pPr>
            <a:r>
              <a:rPr lang="en-US" sz="2800" b="1" dirty="0"/>
              <a:t>Numbers</a:t>
            </a:r>
          </a:p>
          <a:p>
            <a:pPr marL="457200" indent="-457200" algn="just">
              <a:buFont typeface="+mj-lt"/>
              <a:buAutoNum type="arabicPeriod"/>
            </a:pPr>
            <a:r>
              <a:rPr lang="en-US" sz="2800" b="1" dirty="0"/>
              <a:t>Sequence Type</a:t>
            </a:r>
          </a:p>
          <a:p>
            <a:pPr marL="457200" indent="-457200" algn="just">
              <a:buFont typeface="+mj-lt"/>
              <a:buAutoNum type="arabicPeriod"/>
            </a:pPr>
            <a:r>
              <a:rPr lang="en-US" sz="2800" b="1" dirty="0"/>
              <a:t>Boolean</a:t>
            </a:r>
          </a:p>
          <a:p>
            <a:pPr marL="457200" indent="-457200" algn="just">
              <a:buFont typeface="+mj-lt"/>
              <a:buAutoNum type="arabicPeriod"/>
            </a:pPr>
            <a:r>
              <a:rPr lang="en-US" sz="2800" b="1" dirty="0"/>
              <a:t>Set</a:t>
            </a:r>
          </a:p>
          <a:p>
            <a:pPr marL="457200" indent="-457200" algn="just">
              <a:buFont typeface="+mj-lt"/>
              <a:buAutoNum type="arabicPeriod"/>
            </a:pPr>
            <a:r>
              <a:rPr lang="en-US" sz="2800" b="1" dirty="0"/>
              <a:t>Dictionary</a:t>
            </a:r>
          </a:p>
        </p:txBody>
      </p:sp>
    </p:spTree>
    <p:extLst>
      <p:ext uri="{BB962C8B-B14F-4D97-AF65-F5344CB8AC3E}">
        <p14:creationId xmlns:p14="http://schemas.microsoft.com/office/powerpoint/2010/main" val="4094259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0A063C-3E8B-2223-348C-8A087F027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893" y="251482"/>
            <a:ext cx="9096043" cy="6355036"/>
          </a:xfrm>
          <a:prstGeom prst="rect">
            <a:avLst/>
          </a:prstGeom>
        </p:spPr>
      </p:pic>
    </p:spTree>
    <p:extLst>
      <p:ext uri="{BB962C8B-B14F-4D97-AF65-F5344CB8AC3E}">
        <p14:creationId xmlns:p14="http://schemas.microsoft.com/office/powerpoint/2010/main" val="3286131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F8A18C2-BFB8-7CE6-B5BD-C81CAC857EFE}"/>
              </a:ext>
            </a:extLst>
          </p:cNvPr>
          <p:cNvSpPr txBox="1"/>
          <p:nvPr/>
        </p:nvSpPr>
        <p:spPr>
          <a:xfrm>
            <a:off x="4961792" y="237365"/>
            <a:ext cx="2268416" cy="646331"/>
          </a:xfrm>
          <a:prstGeom prst="rect">
            <a:avLst/>
          </a:prstGeom>
          <a:noFill/>
        </p:spPr>
        <p:txBody>
          <a:bodyPr wrap="square">
            <a:spAutoFit/>
          </a:bodyPr>
          <a:lstStyle/>
          <a:p>
            <a:pPr algn="l"/>
            <a:r>
              <a:rPr lang="en-US" sz="3600" b="1" i="0" dirty="0">
                <a:solidFill>
                  <a:srgbClr val="000000"/>
                </a:solidFill>
                <a:effectLst/>
                <a:latin typeface="Segoe UI" panose="020B0502040204020203" pitchFamily="34" charset="0"/>
              </a:rPr>
              <a:t>Numbers</a:t>
            </a:r>
          </a:p>
        </p:txBody>
      </p:sp>
      <p:sp>
        <p:nvSpPr>
          <p:cNvPr id="12" name="Rectangle 1">
            <a:extLst>
              <a:ext uri="{FF2B5EF4-FFF2-40B4-BE49-F238E27FC236}">
                <a16:creationId xmlns:a16="http://schemas.microsoft.com/office/drawing/2014/main" id="{F91860AF-8FA0-FC47-1DD9-D91B71A113F2}"/>
              </a:ext>
            </a:extLst>
          </p:cNvPr>
          <p:cNvSpPr>
            <a:spLocks noChangeArrowheads="1"/>
          </p:cNvSpPr>
          <p:nvPr/>
        </p:nvSpPr>
        <p:spPr bwMode="auto">
          <a:xfrm>
            <a:off x="2433711" y="883696"/>
            <a:ext cx="8482818" cy="181588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Verdana" panose="020B0604030504040204" pitchFamily="34" charset="0"/>
              </a:rPr>
              <a:t>There are </a:t>
            </a:r>
            <a:r>
              <a:rPr kumimoji="0" lang="en-US" altLang="en-US" sz="2800" b="1" i="0" u="none" strike="noStrike" cap="none" normalizeH="0" baseline="0" dirty="0">
                <a:ln>
                  <a:noFill/>
                </a:ln>
                <a:solidFill>
                  <a:srgbClr val="000000"/>
                </a:solidFill>
                <a:effectLst/>
                <a:latin typeface="Verdana" panose="020B0604030504040204" pitchFamily="34" charset="0"/>
              </a:rPr>
              <a:t>three</a:t>
            </a:r>
            <a:r>
              <a:rPr kumimoji="0" lang="en-US" altLang="en-US" sz="2800" b="0" i="0" u="none" strike="noStrike" cap="none" normalizeH="0" baseline="0" dirty="0">
                <a:ln>
                  <a:noFill/>
                </a:ln>
                <a:solidFill>
                  <a:srgbClr val="000000"/>
                </a:solidFill>
                <a:effectLst/>
                <a:latin typeface="Verdana" panose="020B0604030504040204" pitchFamily="34" charset="0"/>
              </a:rPr>
              <a:t> numeric types in Python:</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DC143C"/>
                </a:solidFill>
                <a:effectLst/>
                <a:latin typeface="Consolas" panose="020B0609020204030204" pitchFamily="49" charset="0"/>
              </a:rPr>
              <a:t>int</a:t>
            </a:r>
            <a:endParaRPr kumimoji="0" lang="en-US" altLang="en-US" sz="2800" b="0" i="0" u="none" strike="noStrike" cap="none" normalizeH="0" baseline="0" dirty="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DC143C"/>
                </a:solidFill>
                <a:effectLst/>
                <a:latin typeface="Consolas" panose="020B0609020204030204" pitchFamily="49" charset="0"/>
              </a:rPr>
              <a:t>float</a:t>
            </a:r>
            <a:endParaRPr kumimoji="0" lang="en-US" altLang="en-US" sz="2800" b="0" i="0" u="none" strike="noStrike" cap="none" normalizeH="0" baseline="0" dirty="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DC143C"/>
                </a:solidFill>
                <a:effectLst/>
                <a:latin typeface="Consolas" panose="020B0609020204030204" pitchFamily="49" charset="0"/>
              </a:rPr>
              <a:t>complex</a:t>
            </a:r>
            <a:endParaRPr kumimoji="0" lang="en-US" altLang="en-US" sz="2800" b="0" i="0" u="none" strike="noStrike" cap="none" normalizeH="0" baseline="0" dirty="0">
              <a:ln>
                <a:noFill/>
              </a:ln>
              <a:solidFill>
                <a:srgbClr val="000000"/>
              </a:solidFill>
              <a:effectLst/>
              <a:latin typeface="Verdana" panose="020B0604030504040204" pitchFamily="34" charset="0"/>
            </a:endParaRPr>
          </a:p>
        </p:txBody>
      </p:sp>
      <p:sp>
        <p:nvSpPr>
          <p:cNvPr id="16" name="TextBox 15">
            <a:extLst>
              <a:ext uri="{FF2B5EF4-FFF2-40B4-BE49-F238E27FC236}">
                <a16:creationId xmlns:a16="http://schemas.microsoft.com/office/drawing/2014/main" id="{DFD35320-9C05-9DB2-2496-8EB231A8B4FF}"/>
              </a:ext>
            </a:extLst>
          </p:cNvPr>
          <p:cNvSpPr txBox="1"/>
          <p:nvPr/>
        </p:nvSpPr>
        <p:spPr>
          <a:xfrm>
            <a:off x="1603717" y="2884244"/>
            <a:ext cx="10381957" cy="3724096"/>
          </a:xfrm>
          <a:prstGeom prst="rect">
            <a:avLst/>
          </a:prstGeom>
          <a:noFill/>
        </p:spPr>
        <p:txBody>
          <a:bodyPr wrap="square">
            <a:spAutoFit/>
          </a:bodyPr>
          <a:lstStyle/>
          <a:p>
            <a:pPr algn="l"/>
            <a:r>
              <a:rPr lang="en-US" sz="4400" b="1" i="0" dirty="0">
                <a:solidFill>
                  <a:srgbClr val="00B0F0"/>
                </a:solidFill>
                <a:effectLst/>
                <a:latin typeface="Segoe UI" panose="020B0502040204020203" pitchFamily="34" charset="0"/>
              </a:rPr>
              <a:t>Int</a:t>
            </a:r>
          </a:p>
          <a:p>
            <a:pPr algn="l"/>
            <a:r>
              <a:rPr lang="en-US" sz="2400" b="0" i="0" dirty="0">
                <a:solidFill>
                  <a:srgbClr val="000000"/>
                </a:solidFill>
                <a:effectLst/>
                <a:latin typeface="Verdana" panose="020B0604030504040204" pitchFamily="34" charset="0"/>
              </a:rPr>
              <a:t>Int, or integer, is a whole number, positive or negative, without decimals, of unlimited length.</a:t>
            </a:r>
          </a:p>
          <a:p>
            <a:pPr algn="l"/>
            <a:r>
              <a:rPr lang="fr-FR" sz="2400" b="0" i="0" dirty="0">
                <a:solidFill>
                  <a:srgbClr val="000000"/>
                </a:solidFill>
                <a:effectLst/>
                <a:latin typeface="Consolas" panose="020B0609020204030204" pitchFamily="49" charset="0"/>
              </a:rPr>
              <a:t>	x = </a:t>
            </a:r>
            <a:r>
              <a:rPr lang="fr-FR" sz="2400" b="0" i="0" dirty="0">
                <a:solidFill>
                  <a:srgbClr val="FF0000"/>
                </a:solidFill>
                <a:effectLst/>
                <a:latin typeface="Consolas" panose="020B0609020204030204" pitchFamily="49" charset="0"/>
              </a:rPr>
              <a:t>1</a:t>
            </a:r>
            <a:br>
              <a:rPr lang="fr-FR" sz="2400" dirty="0"/>
            </a:br>
            <a:r>
              <a:rPr lang="fr-FR" sz="2400" dirty="0"/>
              <a:t>	</a:t>
            </a:r>
            <a:r>
              <a:rPr lang="fr-FR" sz="2400" b="0" i="0" dirty="0">
                <a:solidFill>
                  <a:srgbClr val="000000"/>
                </a:solidFill>
                <a:effectLst/>
                <a:latin typeface="Consolas" panose="020B0609020204030204" pitchFamily="49" charset="0"/>
              </a:rPr>
              <a:t>y = </a:t>
            </a:r>
            <a:r>
              <a:rPr lang="fr-FR" sz="2400" b="0" i="0" dirty="0">
                <a:solidFill>
                  <a:srgbClr val="FF0000"/>
                </a:solidFill>
                <a:effectLst/>
                <a:latin typeface="Consolas" panose="020B0609020204030204" pitchFamily="49" charset="0"/>
              </a:rPr>
              <a:t>35656222554887711</a:t>
            </a:r>
            <a:br>
              <a:rPr lang="fr-FR" sz="2400" dirty="0"/>
            </a:br>
            <a:r>
              <a:rPr lang="fr-FR" sz="2400" dirty="0"/>
              <a:t>	</a:t>
            </a:r>
            <a:r>
              <a:rPr lang="fr-FR" sz="2400" b="0" i="0" dirty="0">
                <a:solidFill>
                  <a:srgbClr val="000000"/>
                </a:solidFill>
                <a:effectLst/>
                <a:latin typeface="Consolas" panose="020B0609020204030204" pitchFamily="49" charset="0"/>
              </a:rPr>
              <a:t>z = -</a:t>
            </a:r>
            <a:r>
              <a:rPr lang="fr-FR" sz="2400" b="0" i="0" dirty="0">
                <a:solidFill>
                  <a:srgbClr val="FF0000"/>
                </a:solidFill>
                <a:effectLst/>
                <a:latin typeface="Consolas" panose="020B0609020204030204" pitchFamily="49" charset="0"/>
              </a:rPr>
              <a:t>3255522</a:t>
            </a:r>
            <a:br>
              <a:rPr lang="fr-FR" sz="2400" dirty="0"/>
            </a:br>
            <a:r>
              <a:rPr lang="fr-FR" sz="2400" dirty="0"/>
              <a:t>	</a:t>
            </a:r>
            <a:r>
              <a:rPr lang="fr-FR" sz="2400" b="0" i="0" dirty="0" err="1">
                <a:solidFill>
                  <a:srgbClr val="0000CD"/>
                </a:solidFill>
                <a:effectLst/>
                <a:latin typeface="Consolas" panose="020B0609020204030204" pitchFamily="49" charset="0"/>
              </a:rPr>
              <a:t>print</a:t>
            </a:r>
            <a:r>
              <a:rPr lang="fr-FR" sz="2400" b="0" i="0" dirty="0">
                <a:solidFill>
                  <a:srgbClr val="000000"/>
                </a:solidFill>
                <a:effectLst/>
                <a:latin typeface="Consolas" panose="020B0609020204030204" pitchFamily="49" charset="0"/>
              </a:rPr>
              <a:t>(</a:t>
            </a:r>
            <a:r>
              <a:rPr lang="fr-FR" sz="2400" b="0" i="0" dirty="0">
                <a:solidFill>
                  <a:srgbClr val="0000CD"/>
                </a:solidFill>
                <a:effectLst/>
                <a:latin typeface="Consolas" panose="020B0609020204030204" pitchFamily="49" charset="0"/>
              </a:rPr>
              <a:t>type</a:t>
            </a:r>
            <a:r>
              <a:rPr lang="fr-FR" sz="2400" b="0" i="0" dirty="0">
                <a:solidFill>
                  <a:srgbClr val="000000"/>
                </a:solidFill>
                <a:effectLst/>
                <a:latin typeface="Consolas" panose="020B0609020204030204" pitchFamily="49" charset="0"/>
              </a:rPr>
              <a:t>(x))</a:t>
            </a:r>
            <a:br>
              <a:rPr lang="fr-FR" sz="2400" dirty="0"/>
            </a:br>
            <a:r>
              <a:rPr lang="fr-FR" sz="2400" dirty="0"/>
              <a:t>	</a:t>
            </a:r>
            <a:r>
              <a:rPr lang="fr-FR" sz="2400" b="0" i="0" dirty="0" err="1">
                <a:solidFill>
                  <a:srgbClr val="0000CD"/>
                </a:solidFill>
                <a:effectLst/>
                <a:latin typeface="Consolas" panose="020B0609020204030204" pitchFamily="49" charset="0"/>
              </a:rPr>
              <a:t>print</a:t>
            </a:r>
            <a:r>
              <a:rPr lang="fr-FR" sz="2400" b="0" i="0" dirty="0">
                <a:solidFill>
                  <a:srgbClr val="000000"/>
                </a:solidFill>
                <a:effectLst/>
                <a:latin typeface="Consolas" panose="020B0609020204030204" pitchFamily="49" charset="0"/>
              </a:rPr>
              <a:t>(</a:t>
            </a:r>
            <a:r>
              <a:rPr lang="fr-FR" sz="2400" b="0" i="0" dirty="0">
                <a:solidFill>
                  <a:srgbClr val="0000CD"/>
                </a:solidFill>
                <a:effectLst/>
                <a:latin typeface="Consolas" panose="020B0609020204030204" pitchFamily="49" charset="0"/>
              </a:rPr>
              <a:t>type</a:t>
            </a:r>
            <a:r>
              <a:rPr lang="fr-FR" sz="2400" b="0" i="0" dirty="0">
                <a:solidFill>
                  <a:srgbClr val="000000"/>
                </a:solidFill>
                <a:effectLst/>
                <a:latin typeface="Consolas" panose="020B0609020204030204" pitchFamily="49" charset="0"/>
              </a:rPr>
              <a:t>(y))</a:t>
            </a:r>
            <a:br>
              <a:rPr lang="fr-FR" sz="2400" dirty="0"/>
            </a:br>
            <a:r>
              <a:rPr lang="fr-FR" sz="2400" dirty="0"/>
              <a:t>	</a:t>
            </a:r>
            <a:r>
              <a:rPr lang="fr-FR" sz="2400" b="0" i="0" dirty="0" err="1">
                <a:solidFill>
                  <a:srgbClr val="0000CD"/>
                </a:solidFill>
                <a:effectLst/>
                <a:latin typeface="Consolas" panose="020B0609020204030204" pitchFamily="49" charset="0"/>
              </a:rPr>
              <a:t>print</a:t>
            </a:r>
            <a:r>
              <a:rPr lang="fr-FR" sz="2400" b="0" i="0" dirty="0">
                <a:solidFill>
                  <a:srgbClr val="000000"/>
                </a:solidFill>
                <a:effectLst/>
                <a:latin typeface="Consolas" panose="020B0609020204030204" pitchFamily="49" charset="0"/>
              </a:rPr>
              <a:t>(</a:t>
            </a:r>
            <a:r>
              <a:rPr lang="fr-FR" sz="2400" b="0" i="0" dirty="0">
                <a:solidFill>
                  <a:srgbClr val="0000CD"/>
                </a:solidFill>
                <a:effectLst/>
                <a:latin typeface="Consolas" panose="020B0609020204030204" pitchFamily="49" charset="0"/>
              </a:rPr>
              <a:t>type</a:t>
            </a:r>
            <a:r>
              <a:rPr lang="fr-FR" sz="2400" b="0" i="0" dirty="0">
                <a:solidFill>
                  <a:srgbClr val="000000"/>
                </a:solidFill>
                <a:effectLst/>
                <a:latin typeface="Consolas" panose="020B0609020204030204" pitchFamily="49" charset="0"/>
              </a:rPr>
              <a:t>(z))</a:t>
            </a:r>
            <a:endParaRPr lang="en-US" sz="24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642862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3B89D7-459B-2023-5656-F1AAFFBD1064}"/>
              </a:ext>
            </a:extLst>
          </p:cNvPr>
          <p:cNvSpPr txBox="1"/>
          <p:nvPr/>
        </p:nvSpPr>
        <p:spPr>
          <a:xfrm>
            <a:off x="1716257" y="679996"/>
            <a:ext cx="10227213" cy="4524315"/>
          </a:xfrm>
          <a:prstGeom prst="rect">
            <a:avLst/>
          </a:prstGeom>
          <a:noFill/>
        </p:spPr>
        <p:txBody>
          <a:bodyPr wrap="square">
            <a:spAutoFit/>
          </a:bodyPr>
          <a:lstStyle/>
          <a:p>
            <a:pPr algn="l"/>
            <a:r>
              <a:rPr lang="en-US" sz="4000" b="1" i="0" dirty="0">
                <a:solidFill>
                  <a:srgbClr val="00B0F0"/>
                </a:solidFill>
                <a:effectLst/>
                <a:latin typeface="Segoe UI" panose="020B0502040204020203" pitchFamily="34" charset="0"/>
              </a:rPr>
              <a:t>Float</a:t>
            </a:r>
          </a:p>
          <a:p>
            <a:pPr algn="l"/>
            <a:r>
              <a:rPr lang="en-US" sz="2000" b="0" i="0" dirty="0">
                <a:solidFill>
                  <a:srgbClr val="000000"/>
                </a:solidFill>
                <a:effectLst/>
                <a:latin typeface="Verdana" panose="020B0604030504040204" pitchFamily="34" charset="0"/>
              </a:rPr>
              <a:t>Float, or "floating point number" is a number, positive or negative, containing one or more decimals</a:t>
            </a:r>
          </a:p>
          <a:p>
            <a:pPr algn="l"/>
            <a:r>
              <a:rPr lang="fr-FR" sz="2000" b="0" i="0" dirty="0">
                <a:solidFill>
                  <a:srgbClr val="000000"/>
                </a:solidFill>
                <a:effectLst/>
                <a:latin typeface="Consolas" panose="020B0609020204030204" pitchFamily="49" charset="0"/>
              </a:rPr>
              <a:t>		</a:t>
            </a:r>
            <a:r>
              <a:rPr lang="fr-FR" sz="2400" b="0" i="0" dirty="0">
                <a:solidFill>
                  <a:srgbClr val="000000"/>
                </a:solidFill>
                <a:effectLst/>
                <a:latin typeface="Consolas" panose="020B0609020204030204" pitchFamily="49" charset="0"/>
              </a:rPr>
              <a:t>x = </a:t>
            </a:r>
            <a:r>
              <a:rPr lang="fr-FR" sz="2400" b="0" i="0" dirty="0">
                <a:solidFill>
                  <a:srgbClr val="FF0000"/>
                </a:solidFill>
                <a:effectLst/>
                <a:latin typeface="Consolas" panose="020B0609020204030204" pitchFamily="49" charset="0"/>
              </a:rPr>
              <a:t>1.10</a:t>
            </a:r>
            <a:br>
              <a:rPr lang="fr-FR" sz="2400" dirty="0"/>
            </a:br>
            <a:r>
              <a:rPr lang="fr-FR" sz="2400" dirty="0"/>
              <a:t>		</a:t>
            </a:r>
            <a:r>
              <a:rPr lang="fr-FR" sz="2400" b="0" i="0" dirty="0">
                <a:solidFill>
                  <a:srgbClr val="000000"/>
                </a:solidFill>
                <a:effectLst/>
                <a:latin typeface="Consolas" panose="020B0609020204030204" pitchFamily="49" charset="0"/>
              </a:rPr>
              <a:t>y = </a:t>
            </a:r>
            <a:r>
              <a:rPr lang="fr-FR" sz="2400" b="0" i="0" dirty="0">
                <a:solidFill>
                  <a:srgbClr val="FF0000"/>
                </a:solidFill>
                <a:effectLst/>
                <a:latin typeface="Consolas" panose="020B0609020204030204" pitchFamily="49" charset="0"/>
              </a:rPr>
              <a:t>1.0</a:t>
            </a:r>
            <a:br>
              <a:rPr lang="fr-FR" sz="2400" dirty="0"/>
            </a:br>
            <a:r>
              <a:rPr lang="fr-FR" sz="2400" dirty="0"/>
              <a:t>		</a:t>
            </a:r>
            <a:r>
              <a:rPr lang="fr-FR" sz="2400" b="0" i="0" dirty="0">
                <a:solidFill>
                  <a:srgbClr val="000000"/>
                </a:solidFill>
                <a:effectLst/>
                <a:latin typeface="Consolas" panose="020B0609020204030204" pitchFamily="49" charset="0"/>
              </a:rPr>
              <a:t>z = -</a:t>
            </a:r>
            <a:r>
              <a:rPr lang="fr-FR" sz="2400" b="0" i="0" dirty="0">
                <a:solidFill>
                  <a:srgbClr val="FF0000"/>
                </a:solidFill>
                <a:effectLst/>
                <a:latin typeface="Consolas" panose="020B0609020204030204" pitchFamily="49" charset="0"/>
              </a:rPr>
              <a:t>35.59</a:t>
            </a:r>
            <a:br>
              <a:rPr lang="fr-FR" sz="2400" dirty="0"/>
            </a:br>
            <a:r>
              <a:rPr lang="fr-FR" sz="2400" dirty="0"/>
              <a:t>		</a:t>
            </a:r>
            <a:r>
              <a:rPr lang="fr-FR" sz="2400" b="0" i="0" dirty="0" err="1">
                <a:solidFill>
                  <a:srgbClr val="0000CD"/>
                </a:solidFill>
                <a:effectLst/>
                <a:latin typeface="Consolas" panose="020B0609020204030204" pitchFamily="49" charset="0"/>
              </a:rPr>
              <a:t>print</a:t>
            </a:r>
            <a:r>
              <a:rPr lang="fr-FR" sz="2400" b="0" i="0" dirty="0">
                <a:solidFill>
                  <a:srgbClr val="000000"/>
                </a:solidFill>
                <a:effectLst/>
                <a:latin typeface="Consolas" panose="020B0609020204030204" pitchFamily="49" charset="0"/>
              </a:rPr>
              <a:t>(</a:t>
            </a:r>
            <a:r>
              <a:rPr lang="fr-FR" sz="2400" b="0" i="0" dirty="0">
                <a:solidFill>
                  <a:srgbClr val="0000CD"/>
                </a:solidFill>
                <a:effectLst/>
                <a:latin typeface="Consolas" panose="020B0609020204030204" pitchFamily="49" charset="0"/>
              </a:rPr>
              <a:t>type</a:t>
            </a:r>
            <a:r>
              <a:rPr lang="fr-FR" sz="2400" b="0" i="0" dirty="0">
                <a:solidFill>
                  <a:srgbClr val="000000"/>
                </a:solidFill>
                <a:effectLst/>
                <a:latin typeface="Consolas" panose="020B0609020204030204" pitchFamily="49" charset="0"/>
              </a:rPr>
              <a:t>(x))</a:t>
            </a:r>
            <a:br>
              <a:rPr lang="fr-FR" sz="2400" dirty="0"/>
            </a:br>
            <a:r>
              <a:rPr lang="fr-FR" sz="2400" dirty="0"/>
              <a:t>		</a:t>
            </a:r>
            <a:r>
              <a:rPr lang="fr-FR" sz="2400" b="0" i="0" dirty="0" err="1">
                <a:solidFill>
                  <a:srgbClr val="0000CD"/>
                </a:solidFill>
                <a:effectLst/>
                <a:latin typeface="Consolas" panose="020B0609020204030204" pitchFamily="49" charset="0"/>
              </a:rPr>
              <a:t>print</a:t>
            </a:r>
            <a:r>
              <a:rPr lang="fr-FR" sz="2400" b="0" i="0" dirty="0">
                <a:solidFill>
                  <a:srgbClr val="000000"/>
                </a:solidFill>
                <a:effectLst/>
                <a:latin typeface="Consolas" panose="020B0609020204030204" pitchFamily="49" charset="0"/>
              </a:rPr>
              <a:t>(</a:t>
            </a:r>
            <a:r>
              <a:rPr lang="fr-FR" sz="2400" b="0" i="0" dirty="0">
                <a:solidFill>
                  <a:srgbClr val="0000CD"/>
                </a:solidFill>
                <a:effectLst/>
                <a:latin typeface="Consolas" panose="020B0609020204030204" pitchFamily="49" charset="0"/>
              </a:rPr>
              <a:t>type</a:t>
            </a:r>
            <a:r>
              <a:rPr lang="fr-FR" sz="2400" b="0" i="0" dirty="0">
                <a:solidFill>
                  <a:srgbClr val="000000"/>
                </a:solidFill>
                <a:effectLst/>
                <a:latin typeface="Consolas" panose="020B0609020204030204" pitchFamily="49" charset="0"/>
              </a:rPr>
              <a:t>(y))</a:t>
            </a:r>
            <a:br>
              <a:rPr lang="fr-FR" sz="2400" dirty="0"/>
            </a:br>
            <a:r>
              <a:rPr lang="fr-FR" sz="2400" dirty="0"/>
              <a:t>		</a:t>
            </a:r>
            <a:r>
              <a:rPr lang="fr-FR" sz="2400" b="0" i="0" dirty="0" err="1">
                <a:solidFill>
                  <a:srgbClr val="0000CD"/>
                </a:solidFill>
                <a:effectLst/>
                <a:latin typeface="Consolas" panose="020B0609020204030204" pitchFamily="49" charset="0"/>
              </a:rPr>
              <a:t>print</a:t>
            </a:r>
            <a:r>
              <a:rPr lang="fr-FR" sz="2400" b="0" i="0" dirty="0">
                <a:solidFill>
                  <a:srgbClr val="000000"/>
                </a:solidFill>
                <a:effectLst/>
                <a:latin typeface="Consolas" panose="020B0609020204030204" pitchFamily="49" charset="0"/>
              </a:rPr>
              <a:t>(</a:t>
            </a:r>
            <a:r>
              <a:rPr lang="fr-FR" sz="2400" b="0" i="0" dirty="0">
                <a:solidFill>
                  <a:srgbClr val="0000CD"/>
                </a:solidFill>
                <a:effectLst/>
                <a:latin typeface="Consolas" panose="020B0609020204030204" pitchFamily="49" charset="0"/>
              </a:rPr>
              <a:t>type</a:t>
            </a:r>
            <a:r>
              <a:rPr lang="fr-FR" sz="2400" b="0" i="0" dirty="0">
                <a:solidFill>
                  <a:srgbClr val="000000"/>
                </a:solidFill>
                <a:effectLst/>
                <a:latin typeface="Consolas" panose="020B0609020204030204" pitchFamily="49" charset="0"/>
              </a:rPr>
              <a:t>(z))</a:t>
            </a:r>
          </a:p>
          <a:p>
            <a:pPr algn="l"/>
            <a:endParaRPr lang="fr-FR" sz="2400" b="0" i="0" dirty="0">
              <a:solidFill>
                <a:srgbClr val="000000"/>
              </a:solidFill>
              <a:effectLst/>
              <a:latin typeface="Consolas" panose="020B0609020204030204" pitchFamily="49" charset="0"/>
            </a:endParaRPr>
          </a:p>
          <a:p>
            <a:pPr algn="l"/>
            <a:r>
              <a:rPr lang="en-US" sz="2000" b="0" i="0" dirty="0">
                <a:solidFill>
                  <a:srgbClr val="000000"/>
                </a:solidFill>
                <a:effectLst/>
                <a:latin typeface="Verdana" panose="020B0604030504040204" pitchFamily="34" charset="0"/>
              </a:rPr>
              <a:t>Float can also be scientific numbers with an "e" to indicate the power of 10.</a:t>
            </a:r>
          </a:p>
          <a:p>
            <a:pPr algn="l"/>
            <a:r>
              <a:rPr lang="en-US" sz="2000" b="0" i="0" dirty="0">
                <a:solidFill>
                  <a:srgbClr val="000000"/>
                </a:solidFill>
                <a:effectLst/>
                <a:latin typeface="Consolas" panose="020B0609020204030204" pitchFamily="49" charset="0"/>
              </a:rPr>
              <a:t>		x = </a:t>
            </a:r>
            <a:r>
              <a:rPr lang="en-US" sz="2000" b="0" i="0" dirty="0">
                <a:solidFill>
                  <a:srgbClr val="FF0000"/>
                </a:solidFill>
                <a:effectLst/>
                <a:latin typeface="Consolas" panose="020B0609020204030204" pitchFamily="49" charset="0"/>
              </a:rPr>
              <a:t>35e3</a:t>
            </a:r>
            <a:endParaRPr lang="en-US" sz="20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1693983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FA593D-BCF6-7BCB-1F69-37289DB8CB25}"/>
              </a:ext>
            </a:extLst>
          </p:cNvPr>
          <p:cNvSpPr txBox="1"/>
          <p:nvPr/>
        </p:nvSpPr>
        <p:spPr>
          <a:xfrm>
            <a:off x="1617785" y="279568"/>
            <a:ext cx="10128738" cy="2862322"/>
          </a:xfrm>
          <a:prstGeom prst="rect">
            <a:avLst/>
          </a:prstGeom>
          <a:noFill/>
        </p:spPr>
        <p:txBody>
          <a:bodyPr wrap="square">
            <a:spAutoFit/>
          </a:bodyPr>
          <a:lstStyle/>
          <a:p>
            <a:pPr algn="l"/>
            <a:r>
              <a:rPr lang="en-US" sz="3600" b="1" i="0" dirty="0">
                <a:solidFill>
                  <a:srgbClr val="00B0F0"/>
                </a:solidFill>
                <a:effectLst/>
                <a:latin typeface="Segoe UI" panose="020B0502040204020203" pitchFamily="34" charset="0"/>
              </a:rPr>
              <a:t>Complex</a:t>
            </a:r>
          </a:p>
          <a:p>
            <a:r>
              <a:rPr lang="en-US" sz="2400" b="0" i="0" dirty="0">
                <a:solidFill>
                  <a:srgbClr val="000000"/>
                </a:solidFill>
                <a:effectLst/>
                <a:latin typeface="Verdana" panose="020B0604030504040204" pitchFamily="34" charset="0"/>
              </a:rPr>
              <a:t>Complex numbers are written with a "j" as the imaginary part:</a:t>
            </a:r>
            <a:endParaRPr lang="en-US" sz="2400" dirty="0"/>
          </a:p>
          <a:p>
            <a:pPr algn="l"/>
            <a:r>
              <a:rPr lang="en-US" sz="2000" b="0" i="0" dirty="0">
                <a:solidFill>
                  <a:srgbClr val="000000"/>
                </a:solidFill>
                <a:effectLst/>
                <a:latin typeface="Consolas" panose="020B0609020204030204" pitchFamily="49" charset="0"/>
              </a:rPr>
              <a:t>		x = </a:t>
            </a:r>
            <a:r>
              <a:rPr lang="en-US" sz="2000" b="0" i="0" dirty="0">
                <a:solidFill>
                  <a:srgbClr val="FF0000"/>
                </a:solidFill>
                <a:effectLst/>
                <a:latin typeface="Consolas" panose="020B0609020204030204" pitchFamily="49" charset="0"/>
              </a:rPr>
              <a:t>3</a:t>
            </a:r>
            <a:r>
              <a:rPr lang="en-US" sz="2000" b="0" i="0" dirty="0">
                <a:solidFill>
                  <a:srgbClr val="000000"/>
                </a:solidFill>
                <a:effectLst/>
                <a:latin typeface="Consolas" panose="020B0609020204030204" pitchFamily="49" charset="0"/>
              </a:rPr>
              <a:t>+5j</a:t>
            </a:r>
            <a:br>
              <a:rPr lang="en-US" sz="2000" dirty="0"/>
            </a:br>
            <a:r>
              <a:rPr lang="en-US" sz="2000" dirty="0"/>
              <a:t>		</a:t>
            </a:r>
            <a:r>
              <a:rPr lang="en-US" sz="2000" b="0" i="0" dirty="0">
                <a:solidFill>
                  <a:srgbClr val="000000"/>
                </a:solidFill>
                <a:effectLst/>
                <a:latin typeface="Consolas" panose="020B0609020204030204" pitchFamily="49" charset="0"/>
              </a:rPr>
              <a:t>y = 5j</a:t>
            </a:r>
            <a:br>
              <a:rPr lang="en-US" sz="2000" dirty="0"/>
            </a:br>
            <a:r>
              <a:rPr lang="en-US" sz="2000" dirty="0"/>
              <a:t>		</a:t>
            </a:r>
            <a:r>
              <a:rPr lang="en-US" sz="2000" b="0" i="0" dirty="0">
                <a:solidFill>
                  <a:srgbClr val="000000"/>
                </a:solidFill>
                <a:effectLst/>
                <a:latin typeface="Consolas" panose="020B0609020204030204" pitchFamily="49" charset="0"/>
              </a:rPr>
              <a:t>z = -5j</a:t>
            </a:r>
            <a:br>
              <a:rPr lang="en-US" sz="2000" dirty="0"/>
            </a:br>
            <a:r>
              <a:rPr lang="en-US" sz="2000" dirty="0"/>
              <a:t>		</a:t>
            </a: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a:solidFill>
                  <a:srgbClr val="0000CD"/>
                </a:solidFill>
                <a:effectLst/>
                <a:latin typeface="Consolas" panose="020B0609020204030204" pitchFamily="49" charset="0"/>
              </a:rPr>
              <a:t>type</a:t>
            </a:r>
            <a:r>
              <a:rPr lang="en-US" sz="2000" b="0" i="0" dirty="0">
                <a:solidFill>
                  <a:srgbClr val="000000"/>
                </a:solidFill>
                <a:effectLst/>
                <a:latin typeface="Consolas" panose="020B0609020204030204" pitchFamily="49" charset="0"/>
              </a:rPr>
              <a:t>(x))</a:t>
            </a:r>
            <a:br>
              <a:rPr lang="en-US" sz="2000" dirty="0"/>
            </a:br>
            <a:r>
              <a:rPr lang="en-US" sz="2000" dirty="0"/>
              <a:t>		</a:t>
            </a: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a:solidFill>
                  <a:srgbClr val="0000CD"/>
                </a:solidFill>
                <a:effectLst/>
                <a:latin typeface="Consolas" panose="020B0609020204030204" pitchFamily="49" charset="0"/>
              </a:rPr>
              <a:t>type</a:t>
            </a:r>
            <a:r>
              <a:rPr lang="en-US" sz="2000" b="0" i="0" dirty="0">
                <a:solidFill>
                  <a:srgbClr val="000000"/>
                </a:solidFill>
                <a:effectLst/>
                <a:latin typeface="Consolas" panose="020B0609020204030204" pitchFamily="49" charset="0"/>
              </a:rPr>
              <a:t>(y))</a:t>
            </a:r>
            <a:br>
              <a:rPr lang="en-US" sz="2000" dirty="0"/>
            </a:br>
            <a:r>
              <a:rPr lang="en-US" sz="2000" dirty="0"/>
              <a:t>		</a:t>
            </a: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a:solidFill>
                  <a:srgbClr val="0000CD"/>
                </a:solidFill>
                <a:effectLst/>
                <a:latin typeface="Consolas" panose="020B0609020204030204" pitchFamily="49" charset="0"/>
              </a:rPr>
              <a:t>type</a:t>
            </a:r>
            <a:r>
              <a:rPr lang="en-US" sz="2000" b="0" i="0" dirty="0">
                <a:solidFill>
                  <a:srgbClr val="000000"/>
                </a:solidFill>
                <a:effectLst/>
                <a:latin typeface="Consolas" panose="020B0609020204030204" pitchFamily="49" charset="0"/>
              </a:rPr>
              <a:t>(z))</a:t>
            </a:r>
            <a:endParaRPr lang="en-US" sz="2000" b="1" i="0" dirty="0">
              <a:solidFill>
                <a:srgbClr val="00B0F0"/>
              </a:solidFill>
              <a:effectLst/>
              <a:latin typeface="Segoe UI" panose="020B0502040204020203" pitchFamily="34" charset="0"/>
            </a:endParaRPr>
          </a:p>
        </p:txBody>
      </p:sp>
      <p:sp>
        <p:nvSpPr>
          <p:cNvPr id="9" name="TextBox 8">
            <a:extLst>
              <a:ext uri="{FF2B5EF4-FFF2-40B4-BE49-F238E27FC236}">
                <a16:creationId xmlns:a16="http://schemas.microsoft.com/office/drawing/2014/main" id="{B5A6FB14-4F20-6552-8FC0-3F97030E5117}"/>
              </a:ext>
            </a:extLst>
          </p:cNvPr>
          <p:cNvSpPr txBox="1"/>
          <p:nvPr/>
        </p:nvSpPr>
        <p:spPr>
          <a:xfrm>
            <a:off x="4596618" y="3105834"/>
            <a:ext cx="4406705" cy="646331"/>
          </a:xfrm>
          <a:prstGeom prst="rect">
            <a:avLst/>
          </a:prstGeom>
          <a:noFill/>
        </p:spPr>
        <p:txBody>
          <a:bodyPr wrap="square">
            <a:spAutoFit/>
          </a:bodyPr>
          <a:lstStyle/>
          <a:p>
            <a:pPr algn="l"/>
            <a:r>
              <a:rPr lang="en-US" sz="3600" b="1" i="0" dirty="0">
                <a:solidFill>
                  <a:srgbClr val="000000"/>
                </a:solidFill>
                <a:effectLst/>
                <a:latin typeface="Segoe UI" panose="020B0502040204020203" pitchFamily="34" charset="0"/>
              </a:rPr>
              <a:t>Type Conversion</a:t>
            </a:r>
          </a:p>
        </p:txBody>
      </p:sp>
      <p:sp>
        <p:nvSpPr>
          <p:cNvPr id="10" name="Rectangle 1">
            <a:extLst>
              <a:ext uri="{FF2B5EF4-FFF2-40B4-BE49-F238E27FC236}">
                <a16:creationId xmlns:a16="http://schemas.microsoft.com/office/drawing/2014/main" id="{7AFD5453-29D2-030A-29BA-B9D4241872C9}"/>
              </a:ext>
            </a:extLst>
          </p:cNvPr>
          <p:cNvSpPr>
            <a:spLocks noChangeArrowheads="1"/>
          </p:cNvSpPr>
          <p:nvPr/>
        </p:nvSpPr>
        <p:spPr bwMode="auto">
          <a:xfrm rot="10800000" flipV="1">
            <a:off x="698697" y="3752165"/>
            <a:ext cx="115777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Verdana" panose="020B0604030504040204" pitchFamily="34" charset="0"/>
              </a:rPr>
              <a:t>You can convert from one type to another with the </a:t>
            </a:r>
            <a:r>
              <a:rPr kumimoji="0" lang="en-US" altLang="en-US" b="0" i="0" u="none" strike="noStrike" cap="none" normalizeH="0" baseline="0" dirty="0">
                <a:ln>
                  <a:noFill/>
                </a:ln>
                <a:solidFill>
                  <a:srgbClr val="DC143C"/>
                </a:solidFill>
                <a:effectLst/>
                <a:latin typeface="Consolas" panose="020B0609020204030204" pitchFamily="49" charset="0"/>
              </a:rPr>
              <a:t>int()</a:t>
            </a:r>
            <a:r>
              <a:rPr kumimoji="0" lang="en-US" altLang="en-US" b="0" i="0" u="none" strike="noStrike" cap="none" normalizeH="0" baseline="0" dirty="0">
                <a:ln>
                  <a:noFill/>
                </a:ln>
                <a:solidFill>
                  <a:srgbClr val="000000"/>
                </a:solidFill>
                <a:effectLst/>
                <a:latin typeface="Verdana" panose="020B0604030504040204" pitchFamily="34" charset="0"/>
              </a:rPr>
              <a:t>, </a:t>
            </a:r>
            <a:r>
              <a:rPr kumimoji="0" lang="en-US" altLang="en-US" b="0" i="0" u="none" strike="noStrike" cap="none" normalizeH="0" baseline="0" dirty="0">
                <a:ln>
                  <a:noFill/>
                </a:ln>
                <a:solidFill>
                  <a:srgbClr val="DC143C"/>
                </a:solidFill>
                <a:effectLst/>
                <a:latin typeface="Consolas" panose="020B0609020204030204" pitchFamily="49" charset="0"/>
              </a:rPr>
              <a:t>float()</a:t>
            </a:r>
            <a:r>
              <a:rPr kumimoji="0" lang="en-US" altLang="en-US" b="0" i="0" u="none" strike="noStrike" cap="none" normalizeH="0" baseline="0" dirty="0">
                <a:ln>
                  <a:noFill/>
                </a:ln>
                <a:solidFill>
                  <a:srgbClr val="000000"/>
                </a:solidFill>
                <a:effectLst/>
                <a:latin typeface="Verdana" panose="020B0604030504040204" pitchFamily="34" charset="0"/>
              </a:rPr>
              <a:t>, and </a:t>
            </a:r>
            <a:r>
              <a:rPr kumimoji="0" lang="en-US" altLang="en-US" b="0" i="0" u="none" strike="noStrike" cap="none" normalizeH="0" baseline="0" dirty="0">
                <a:ln>
                  <a:noFill/>
                </a:ln>
                <a:solidFill>
                  <a:srgbClr val="DC143C"/>
                </a:solidFill>
                <a:effectLst/>
                <a:latin typeface="Consolas" panose="020B0609020204030204" pitchFamily="49" charset="0"/>
              </a:rPr>
              <a:t>complex()</a:t>
            </a:r>
            <a:r>
              <a:rPr kumimoji="0" lang="en-US" altLang="en-US" b="0" i="0" u="none" strike="noStrike" cap="none" normalizeH="0" baseline="0" dirty="0">
                <a:ln>
                  <a:noFill/>
                </a:ln>
                <a:solidFill>
                  <a:srgbClr val="000000"/>
                </a:solidFill>
                <a:effectLst/>
                <a:latin typeface="Verdana" panose="020B0604030504040204" pitchFamily="34" charset="0"/>
              </a:rPr>
              <a:t> methods: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D99A8C9E-A174-08AB-F001-6FA3B1D2DCB6}"/>
              </a:ext>
            </a:extLst>
          </p:cNvPr>
          <p:cNvSpPr txBox="1"/>
          <p:nvPr/>
        </p:nvSpPr>
        <p:spPr>
          <a:xfrm>
            <a:off x="2071468" y="4121498"/>
            <a:ext cx="4216790" cy="2585323"/>
          </a:xfrm>
          <a:prstGeom prst="rect">
            <a:avLst/>
          </a:prstGeom>
          <a:noFill/>
        </p:spPr>
        <p:txBody>
          <a:bodyPr wrap="square">
            <a:spAutoFit/>
          </a:bodyPr>
          <a:lstStyle/>
          <a:p>
            <a:r>
              <a:rPr lang="en-US" b="0" i="0" dirty="0">
                <a:solidFill>
                  <a:srgbClr val="000000"/>
                </a:solidFill>
                <a:effectLst/>
                <a:latin typeface="Consolas" panose="020B0609020204030204" pitchFamily="49" charset="0"/>
              </a:rPr>
              <a:t>x = </a:t>
            </a:r>
            <a:r>
              <a:rPr lang="en-US" b="0" i="0" dirty="0">
                <a:solidFill>
                  <a:srgbClr val="FF0000"/>
                </a:solidFill>
                <a:effectLst/>
                <a:latin typeface="Consolas" panose="020B0609020204030204" pitchFamily="49" charset="0"/>
              </a:rPr>
              <a:t>1</a:t>
            </a: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 int</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y = </a:t>
            </a:r>
            <a:r>
              <a:rPr lang="en-US" b="0" i="0" dirty="0">
                <a:solidFill>
                  <a:srgbClr val="FF0000"/>
                </a:solidFill>
                <a:effectLst/>
                <a:latin typeface="Consolas" panose="020B0609020204030204" pitchFamily="49" charset="0"/>
              </a:rPr>
              <a:t>2.8</a:t>
            </a: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 float</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z = 1j   </a:t>
            </a:r>
            <a:r>
              <a:rPr lang="en-US" b="0" i="0" dirty="0">
                <a:solidFill>
                  <a:srgbClr val="008000"/>
                </a:solidFill>
                <a:effectLst/>
                <a:latin typeface="Consolas" panose="020B0609020204030204" pitchFamily="49" charset="0"/>
              </a:rPr>
              <a:t># complex</a:t>
            </a:r>
            <a:br>
              <a:rPr lang="en-US" dirty="0"/>
            </a:br>
            <a:r>
              <a:rPr lang="en-US" b="0" i="0" dirty="0">
                <a:solidFill>
                  <a:srgbClr val="008000"/>
                </a:solidFill>
                <a:effectLst/>
                <a:latin typeface="Consolas" panose="020B0609020204030204" pitchFamily="49" charset="0"/>
              </a:rPr>
              <a:t>#convert from int to float:</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a = </a:t>
            </a:r>
            <a:r>
              <a:rPr lang="en-US" b="0" i="0" dirty="0">
                <a:solidFill>
                  <a:srgbClr val="0000CD"/>
                </a:solidFill>
                <a:effectLst/>
                <a:latin typeface="Consolas" panose="020B0609020204030204" pitchFamily="49" charset="0"/>
              </a:rPr>
              <a:t>float</a:t>
            </a:r>
            <a:r>
              <a:rPr lang="en-US" b="0" i="0" dirty="0">
                <a:solidFill>
                  <a:srgbClr val="000000"/>
                </a:solidFill>
                <a:effectLst/>
                <a:latin typeface="Consolas" panose="020B0609020204030204" pitchFamily="49" charset="0"/>
              </a:rPr>
              <a:t>(x)</a:t>
            </a:r>
            <a:br>
              <a:rPr lang="en-US" dirty="0"/>
            </a:br>
            <a:r>
              <a:rPr lang="en-US" b="0" i="0" dirty="0">
                <a:solidFill>
                  <a:srgbClr val="008000"/>
                </a:solidFill>
                <a:effectLst/>
                <a:latin typeface="Consolas" panose="020B0609020204030204" pitchFamily="49" charset="0"/>
              </a:rPr>
              <a:t>#convert from float to int:</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b = </a:t>
            </a:r>
            <a:r>
              <a:rPr lang="en-US" b="0" i="0" dirty="0">
                <a:solidFill>
                  <a:srgbClr val="0000CD"/>
                </a:solidFill>
                <a:effectLst/>
                <a:latin typeface="Consolas" panose="020B0609020204030204" pitchFamily="49" charset="0"/>
              </a:rPr>
              <a:t>int</a:t>
            </a:r>
            <a:r>
              <a:rPr lang="en-US" b="0" i="0" dirty="0">
                <a:solidFill>
                  <a:srgbClr val="000000"/>
                </a:solidFill>
                <a:effectLst/>
                <a:latin typeface="Consolas" panose="020B0609020204030204" pitchFamily="49" charset="0"/>
              </a:rPr>
              <a:t>(y)</a:t>
            </a:r>
            <a:br>
              <a:rPr lang="en-US" dirty="0"/>
            </a:br>
            <a:r>
              <a:rPr lang="en-US" b="0" i="0" dirty="0">
                <a:solidFill>
                  <a:srgbClr val="008000"/>
                </a:solidFill>
                <a:effectLst/>
                <a:latin typeface="Consolas" panose="020B0609020204030204" pitchFamily="49" charset="0"/>
              </a:rPr>
              <a:t>#convert from int to complex:</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c = </a:t>
            </a:r>
            <a:r>
              <a:rPr lang="en-US" b="0" i="0" dirty="0">
                <a:solidFill>
                  <a:srgbClr val="0000CD"/>
                </a:solidFill>
                <a:effectLst/>
                <a:latin typeface="Consolas" panose="020B0609020204030204" pitchFamily="49" charset="0"/>
              </a:rPr>
              <a:t>complex</a:t>
            </a:r>
            <a:r>
              <a:rPr lang="en-US" b="0" i="0" dirty="0">
                <a:solidFill>
                  <a:srgbClr val="000000"/>
                </a:solidFill>
                <a:effectLst/>
                <a:latin typeface="Consolas" panose="020B0609020204030204" pitchFamily="49" charset="0"/>
              </a:rPr>
              <a:t>(x)</a:t>
            </a:r>
            <a:endParaRPr lang="en-US" dirty="0"/>
          </a:p>
        </p:txBody>
      </p:sp>
      <p:sp>
        <p:nvSpPr>
          <p:cNvPr id="14" name="TextBox 13">
            <a:extLst>
              <a:ext uri="{FF2B5EF4-FFF2-40B4-BE49-F238E27FC236}">
                <a16:creationId xmlns:a16="http://schemas.microsoft.com/office/drawing/2014/main" id="{637499BA-F1BC-B236-FAC7-DD7A9D3D15F7}"/>
              </a:ext>
            </a:extLst>
          </p:cNvPr>
          <p:cNvSpPr txBox="1"/>
          <p:nvPr/>
        </p:nvSpPr>
        <p:spPr>
          <a:xfrm>
            <a:off x="7591864" y="4270107"/>
            <a:ext cx="3380935" cy="2308324"/>
          </a:xfrm>
          <a:prstGeom prst="rect">
            <a:avLst/>
          </a:prstGeom>
          <a:noFill/>
        </p:spPr>
        <p:txBody>
          <a:bodyPr wrap="square">
            <a:spAutoFit/>
          </a:bodyPr>
          <a:lstStyle/>
          <a:p>
            <a:r>
              <a:rPr lang="en-US" sz="2400" b="0" i="0" dirty="0">
                <a:solidFill>
                  <a:srgbClr val="0000CD"/>
                </a:solidFill>
                <a:effectLst/>
                <a:latin typeface="Consolas" panose="020B0609020204030204" pitchFamily="49" charset="0"/>
              </a:rPr>
              <a:t>print</a:t>
            </a:r>
            <a:r>
              <a:rPr lang="en-US" sz="2400" b="0" i="0" dirty="0">
                <a:solidFill>
                  <a:srgbClr val="000000"/>
                </a:solidFill>
                <a:effectLst/>
                <a:latin typeface="Consolas" panose="020B0609020204030204" pitchFamily="49" charset="0"/>
              </a:rPr>
              <a:t>(a)</a:t>
            </a:r>
            <a:br>
              <a:rPr lang="en-US" sz="2400" dirty="0"/>
            </a:br>
            <a:r>
              <a:rPr lang="en-US" sz="2400" b="0" i="0" dirty="0">
                <a:solidFill>
                  <a:srgbClr val="0000CD"/>
                </a:solidFill>
                <a:effectLst/>
                <a:latin typeface="Consolas" panose="020B0609020204030204" pitchFamily="49" charset="0"/>
              </a:rPr>
              <a:t>print</a:t>
            </a:r>
            <a:r>
              <a:rPr lang="en-US" sz="2400" b="0" i="0" dirty="0">
                <a:solidFill>
                  <a:srgbClr val="000000"/>
                </a:solidFill>
                <a:effectLst/>
                <a:latin typeface="Consolas" panose="020B0609020204030204" pitchFamily="49" charset="0"/>
              </a:rPr>
              <a:t>(b)</a:t>
            </a:r>
            <a:br>
              <a:rPr lang="en-US" sz="2400" dirty="0"/>
            </a:br>
            <a:r>
              <a:rPr lang="en-US" sz="2400" b="0" i="0" dirty="0">
                <a:solidFill>
                  <a:srgbClr val="0000CD"/>
                </a:solidFill>
                <a:effectLst/>
                <a:latin typeface="Consolas" panose="020B0609020204030204" pitchFamily="49" charset="0"/>
              </a:rPr>
              <a:t>print</a:t>
            </a:r>
            <a:r>
              <a:rPr lang="en-US" sz="2400" b="0" i="0" dirty="0">
                <a:solidFill>
                  <a:srgbClr val="000000"/>
                </a:solidFill>
                <a:effectLst/>
                <a:latin typeface="Consolas" panose="020B0609020204030204" pitchFamily="49" charset="0"/>
              </a:rPr>
              <a:t>(c)</a:t>
            </a:r>
            <a:br>
              <a:rPr lang="en-US" sz="2400" dirty="0"/>
            </a:br>
            <a:r>
              <a:rPr lang="en-US" sz="2400" b="0" i="0" dirty="0">
                <a:solidFill>
                  <a:srgbClr val="0000CD"/>
                </a:solidFill>
                <a:effectLst/>
                <a:latin typeface="Consolas" panose="020B0609020204030204" pitchFamily="49" charset="0"/>
              </a:rPr>
              <a:t>print</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type</a:t>
            </a:r>
            <a:r>
              <a:rPr lang="en-US" sz="2400" b="0" i="0" dirty="0">
                <a:solidFill>
                  <a:srgbClr val="000000"/>
                </a:solidFill>
                <a:effectLst/>
                <a:latin typeface="Consolas" panose="020B0609020204030204" pitchFamily="49" charset="0"/>
              </a:rPr>
              <a:t>(a))</a:t>
            </a:r>
            <a:br>
              <a:rPr lang="en-US" sz="2400" dirty="0"/>
            </a:br>
            <a:r>
              <a:rPr lang="en-US" sz="2400" b="0" i="0" dirty="0">
                <a:solidFill>
                  <a:srgbClr val="0000CD"/>
                </a:solidFill>
                <a:effectLst/>
                <a:latin typeface="Consolas" panose="020B0609020204030204" pitchFamily="49" charset="0"/>
              </a:rPr>
              <a:t>print</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type</a:t>
            </a:r>
            <a:r>
              <a:rPr lang="en-US" sz="2400" b="0" i="0" dirty="0">
                <a:solidFill>
                  <a:srgbClr val="000000"/>
                </a:solidFill>
                <a:effectLst/>
                <a:latin typeface="Consolas" panose="020B0609020204030204" pitchFamily="49" charset="0"/>
              </a:rPr>
              <a:t>(b))</a:t>
            </a:r>
            <a:br>
              <a:rPr lang="en-US" sz="2400" dirty="0"/>
            </a:br>
            <a:r>
              <a:rPr lang="en-US" sz="2400" b="0" i="0" dirty="0">
                <a:solidFill>
                  <a:srgbClr val="0000CD"/>
                </a:solidFill>
                <a:effectLst/>
                <a:latin typeface="Consolas" panose="020B0609020204030204" pitchFamily="49" charset="0"/>
              </a:rPr>
              <a:t>print</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type</a:t>
            </a:r>
            <a:r>
              <a:rPr lang="en-US" sz="2400" b="0" i="0" dirty="0">
                <a:solidFill>
                  <a:srgbClr val="000000"/>
                </a:solidFill>
                <a:effectLst/>
                <a:latin typeface="Consolas" panose="020B0609020204030204" pitchFamily="49" charset="0"/>
              </a:rPr>
              <a:t>(c))</a:t>
            </a:r>
            <a:endParaRPr lang="en-US" sz="2400" dirty="0"/>
          </a:p>
        </p:txBody>
      </p:sp>
    </p:spTree>
    <p:extLst>
      <p:ext uri="{BB962C8B-B14F-4D97-AF65-F5344CB8AC3E}">
        <p14:creationId xmlns:p14="http://schemas.microsoft.com/office/powerpoint/2010/main" val="1812264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6C0E81-6AF5-B965-27D4-1E437E194189}"/>
              </a:ext>
            </a:extLst>
          </p:cNvPr>
          <p:cNvSpPr txBox="1"/>
          <p:nvPr/>
        </p:nvSpPr>
        <p:spPr>
          <a:xfrm>
            <a:off x="4512365" y="0"/>
            <a:ext cx="3167269" cy="646331"/>
          </a:xfrm>
          <a:prstGeom prst="rect">
            <a:avLst/>
          </a:prstGeom>
          <a:noFill/>
        </p:spPr>
        <p:txBody>
          <a:bodyPr wrap="square">
            <a:spAutoFit/>
          </a:bodyPr>
          <a:lstStyle/>
          <a:p>
            <a:pPr algn="just"/>
            <a:r>
              <a:rPr lang="en-US" sz="3600" b="1" i="0" dirty="0">
                <a:effectLst/>
                <a:latin typeface="erdana"/>
              </a:rPr>
              <a:t>Sequence Type</a:t>
            </a:r>
          </a:p>
        </p:txBody>
      </p:sp>
      <p:sp>
        <p:nvSpPr>
          <p:cNvPr id="7" name="TextBox 6">
            <a:extLst>
              <a:ext uri="{FF2B5EF4-FFF2-40B4-BE49-F238E27FC236}">
                <a16:creationId xmlns:a16="http://schemas.microsoft.com/office/drawing/2014/main" id="{60D2EB2C-B7B5-66D1-3D20-3F2181B80BD1}"/>
              </a:ext>
            </a:extLst>
          </p:cNvPr>
          <p:cNvSpPr txBox="1"/>
          <p:nvPr/>
        </p:nvSpPr>
        <p:spPr>
          <a:xfrm>
            <a:off x="1524000" y="646331"/>
            <a:ext cx="10323443" cy="2431435"/>
          </a:xfrm>
          <a:prstGeom prst="rect">
            <a:avLst/>
          </a:prstGeom>
          <a:noFill/>
        </p:spPr>
        <p:txBody>
          <a:bodyPr wrap="square">
            <a:spAutoFit/>
          </a:bodyPr>
          <a:lstStyle/>
          <a:p>
            <a:pPr algn="just"/>
            <a:r>
              <a:rPr lang="en-US" sz="3200" b="1" i="0" dirty="0">
                <a:solidFill>
                  <a:srgbClr val="00B0F0"/>
                </a:solidFill>
                <a:effectLst/>
                <a:latin typeface="erdana"/>
              </a:rPr>
              <a:t>String</a:t>
            </a:r>
          </a:p>
          <a:p>
            <a:pPr marL="342900" indent="-342900" algn="just">
              <a:buFont typeface="Wingdings" panose="05000000000000000000" pitchFamily="2" charset="2"/>
              <a:buChar char="Ø"/>
            </a:pPr>
            <a:r>
              <a:rPr lang="en-US" sz="2000" b="0" i="0" dirty="0">
                <a:solidFill>
                  <a:srgbClr val="333333"/>
                </a:solidFill>
                <a:effectLst/>
                <a:latin typeface="inter-regular"/>
              </a:rPr>
              <a:t>The sequence of characters in the quotation marks can be used to describe the string. A string can be defined in Python using single, double, or triple quotes.</a:t>
            </a:r>
          </a:p>
          <a:p>
            <a:pPr marL="342900" indent="-342900" algn="just">
              <a:buFont typeface="Wingdings" panose="05000000000000000000" pitchFamily="2" charset="2"/>
              <a:buChar char="Ø"/>
            </a:pPr>
            <a:r>
              <a:rPr lang="en-US" sz="2000" b="0" i="0" dirty="0">
                <a:solidFill>
                  <a:srgbClr val="333333"/>
                </a:solidFill>
                <a:effectLst/>
                <a:latin typeface="inter-regular"/>
              </a:rPr>
              <a:t>When dealing with strings, the operation "hello"+" python" returns "hello python," and the operator + is used to combine two strings.</a:t>
            </a:r>
          </a:p>
          <a:p>
            <a:pPr marL="342900" indent="-342900" algn="just">
              <a:buFont typeface="Wingdings" panose="05000000000000000000" pitchFamily="2" charset="2"/>
              <a:buChar char="Ø"/>
            </a:pPr>
            <a:r>
              <a:rPr lang="en-US" sz="2000" b="0" i="0" dirty="0">
                <a:solidFill>
                  <a:srgbClr val="333333"/>
                </a:solidFill>
                <a:effectLst/>
                <a:latin typeface="inter-regular"/>
              </a:rPr>
              <a:t>Because the operation "Python" *2 returns "Python," the operator * is referred to as a repetition operator.</a:t>
            </a:r>
            <a:endParaRPr lang="en-US" sz="2000" b="1" i="0" dirty="0">
              <a:solidFill>
                <a:srgbClr val="00B0F0"/>
              </a:solidFill>
              <a:effectLst/>
              <a:latin typeface="erdana"/>
            </a:endParaRPr>
          </a:p>
        </p:txBody>
      </p:sp>
      <p:sp>
        <p:nvSpPr>
          <p:cNvPr id="9" name="TextBox 8">
            <a:extLst>
              <a:ext uri="{FF2B5EF4-FFF2-40B4-BE49-F238E27FC236}">
                <a16:creationId xmlns:a16="http://schemas.microsoft.com/office/drawing/2014/main" id="{1ADEA0BF-FF7F-45D2-0BDE-2EB9FFE43739}"/>
              </a:ext>
            </a:extLst>
          </p:cNvPr>
          <p:cNvSpPr txBox="1"/>
          <p:nvPr/>
        </p:nvSpPr>
        <p:spPr>
          <a:xfrm>
            <a:off x="2411896" y="3077766"/>
            <a:ext cx="5267738" cy="2246769"/>
          </a:xfrm>
          <a:prstGeom prst="rect">
            <a:avLst/>
          </a:prstGeom>
          <a:noFill/>
        </p:spPr>
        <p:txBody>
          <a:bodyPr wrap="square">
            <a:spAutoFit/>
          </a:bodyPr>
          <a:lstStyle/>
          <a:p>
            <a:pPr algn="just"/>
            <a:r>
              <a:rPr lang="en-US" sz="2800" b="0" i="0" dirty="0">
                <a:solidFill>
                  <a:srgbClr val="000000"/>
                </a:solidFill>
                <a:effectLst/>
                <a:latin typeface="inter-regular"/>
              </a:rPr>
              <a:t>str = </a:t>
            </a:r>
            <a:r>
              <a:rPr lang="en-US" sz="2800" b="0" i="0" dirty="0">
                <a:solidFill>
                  <a:srgbClr val="0000FF"/>
                </a:solidFill>
                <a:effectLst/>
                <a:latin typeface="inter-regular"/>
              </a:rPr>
              <a:t>"string using double quotes"</a:t>
            </a:r>
            <a:r>
              <a:rPr lang="en-US" sz="2800" b="0" i="0" dirty="0">
                <a:solidFill>
                  <a:srgbClr val="000000"/>
                </a:solidFill>
                <a:effectLst/>
                <a:latin typeface="inter-regular"/>
              </a:rPr>
              <a:t>  </a:t>
            </a:r>
          </a:p>
          <a:p>
            <a:pPr algn="just"/>
            <a:r>
              <a:rPr lang="en-US" sz="2800" b="1" i="0" dirty="0">
                <a:solidFill>
                  <a:srgbClr val="006699"/>
                </a:solidFill>
                <a:effectLst/>
                <a:latin typeface="inter-regular"/>
              </a:rPr>
              <a:t>print</a:t>
            </a:r>
            <a:r>
              <a:rPr lang="en-US" sz="2800" b="0" i="0" dirty="0">
                <a:solidFill>
                  <a:srgbClr val="000000"/>
                </a:solidFill>
                <a:effectLst/>
                <a:latin typeface="inter-regular"/>
              </a:rPr>
              <a:t>(str)  </a:t>
            </a:r>
          </a:p>
          <a:p>
            <a:pPr algn="just"/>
            <a:r>
              <a:rPr lang="en-US" sz="2800" b="0" i="0" dirty="0">
                <a:solidFill>
                  <a:srgbClr val="000000"/>
                </a:solidFill>
                <a:effectLst/>
                <a:latin typeface="inter-regular"/>
              </a:rPr>
              <a:t>s = </a:t>
            </a:r>
            <a:r>
              <a:rPr lang="en-US" sz="2800" b="0" i="0" dirty="0">
                <a:solidFill>
                  <a:srgbClr val="0000FF"/>
                </a:solidFill>
                <a:effectLst/>
                <a:latin typeface="inter-regular"/>
              </a:rPr>
              <a:t>''</a:t>
            </a:r>
            <a:r>
              <a:rPr lang="en-US" sz="2800" b="0" i="0" dirty="0">
                <a:solidFill>
                  <a:srgbClr val="008200"/>
                </a:solidFill>
                <a:effectLst/>
                <a:latin typeface="inter-regular"/>
              </a:rPr>
              <a:t>'''A multiline</a:t>
            </a:r>
            <a:r>
              <a:rPr lang="en-US" sz="2800" b="0" i="0" dirty="0">
                <a:solidFill>
                  <a:srgbClr val="000000"/>
                </a:solidFill>
                <a:effectLst/>
                <a:latin typeface="inter-regular"/>
              </a:rPr>
              <a:t> </a:t>
            </a:r>
          </a:p>
          <a:p>
            <a:pPr algn="just"/>
            <a:r>
              <a:rPr lang="en-US" sz="2800" b="0" i="0" dirty="0">
                <a:solidFill>
                  <a:srgbClr val="008200"/>
                </a:solidFill>
                <a:effectLst/>
                <a:latin typeface="inter-regular"/>
              </a:rPr>
              <a:t>string'''</a:t>
            </a:r>
            <a:r>
              <a:rPr lang="en-US" sz="2800" b="0" i="0" dirty="0">
                <a:solidFill>
                  <a:srgbClr val="000000"/>
                </a:solidFill>
                <a:effectLst/>
                <a:latin typeface="inter-regular"/>
              </a:rPr>
              <a:t>  </a:t>
            </a:r>
          </a:p>
          <a:p>
            <a:pPr algn="just"/>
            <a:r>
              <a:rPr lang="en-US" sz="2800" b="1" i="0" dirty="0">
                <a:solidFill>
                  <a:srgbClr val="006699"/>
                </a:solidFill>
                <a:effectLst/>
                <a:latin typeface="inter-regular"/>
              </a:rPr>
              <a:t>print</a:t>
            </a:r>
            <a:r>
              <a:rPr lang="en-US" sz="2800" b="0" i="0" dirty="0">
                <a:solidFill>
                  <a:srgbClr val="000000"/>
                </a:solidFill>
                <a:effectLst/>
                <a:latin typeface="inter-regular"/>
              </a:rPr>
              <a:t>(s) </a:t>
            </a:r>
          </a:p>
        </p:txBody>
      </p:sp>
      <p:sp>
        <p:nvSpPr>
          <p:cNvPr id="10" name="Rectangle 1">
            <a:extLst>
              <a:ext uri="{FF2B5EF4-FFF2-40B4-BE49-F238E27FC236}">
                <a16:creationId xmlns:a16="http://schemas.microsoft.com/office/drawing/2014/main" id="{DC7CADCD-D588-3C76-C5A4-287D9102BA80}"/>
              </a:ext>
            </a:extLst>
          </p:cNvPr>
          <p:cNvSpPr>
            <a:spLocks noChangeArrowheads="1"/>
          </p:cNvSpPr>
          <p:nvPr/>
        </p:nvSpPr>
        <p:spPr bwMode="auto">
          <a:xfrm>
            <a:off x="7578216" y="3724097"/>
            <a:ext cx="4136706" cy="175432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effectLst/>
                <a:latin typeface="inter-bold"/>
              </a:rPr>
              <a:t>Output:</a:t>
            </a:r>
            <a:endParaRPr kumimoji="0" lang="en-US" altLang="en-US" sz="32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Arial Unicode MS"/>
              </a:rPr>
              <a:t>string using double quotes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Arial Unicode MS"/>
              </a:rPr>
              <a:t>A multiline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Arial Unicode MS"/>
              </a:rPr>
              <a:t>string</a:t>
            </a:r>
            <a:endParaRPr kumimoji="0" lang="en-US" altLang="en-US" sz="4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357525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98600B-E7F9-A06C-2E8B-878137BAC70D}"/>
              </a:ext>
            </a:extLst>
          </p:cNvPr>
          <p:cNvSpPr txBox="1"/>
          <p:nvPr/>
        </p:nvSpPr>
        <p:spPr>
          <a:xfrm>
            <a:off x="2517913" y="475856"/>
            <a:ext cx="9051235" cy="2308324"/>
          </a:xfrm>
          <a:prstGeom prst="rect">
            <a:avLst/>
          </a:prstGeom>
          <a:noFill/>
        </p:spPr>
        <p:txBody>
          <a:bodyPr wrap="square">
            <a:spAutoFit/>
          </a:bodyPr>
          <a:lstStyle/>
          <a:p>
            <a:pPr algn="just"/>
            <a:r>
              <a:rPr lang="en-US" sz="2400" b="0" i="0" dirty="0">
                <a:solidFill>
                  <a:srgbClr val="000000"/>
                </a:solidFill>
                <a:effectLst/>
                <a:latin typeface="inter-regular"/>
              </a:rPr>
              <a:t>str1 = </a:t>
            </a:r>
            <a:r>
              <a:rPr lang="en-US" sz="2400" b="0" i="0" dirty="0">
                <a:solidFill>
                  <a:srgbClr val="0000FF"/>
                </a:solidFill>
                <a:effectLst/>
                <a:latin typeface="inter-regular"/>
              </a:rPr>
              <a:t>'hello </a:t>
            </a:r>
            <a:r>
              <a:rPr lang="en-US" sz="2400" dirty="0">
                <a:solidFill>
                  <a:srgbClr val="0000FF"/>
                </a:solidFill>
                <a:latin typeface="inter-regular"/>
              </a:rPr>
              <a:t>students</a:t>
            </a:r>
            <a:r>
              <a:rPr lang="en-US" sz="2400" b="0" i="0" dirty="0">
                <a:solidFill>
                  <a:srgbClr val="0000FF"/>
                </a:solidFill>
                <a:effectLst/>
                <a:latin typeface="inter-regular"/>
              </a:rPr>
              <a:t>'</a:t>
            </a:r>
            <a:r>
              <a:rPr lang="en-US" sz="2400" b="0" i="0" dirty="0">
                <a:solidFill>
                  <a:srgbClr val="000000"/>
                </a:solidFill>
                <a:effectLst/>
                <a:latin typeface="inter-regular"/>
              </a:rPr>
              <a:t> </a:t>
            </a:r>
            <a:r>
              <a:rPr lang="en-US" sz="2400" b="0" i="0" dirty="0">
                <a:solidFill>
                  <a:srgbClr val="008200"/>
                </a:solidFill>
                <a:effectLst/>
                <a:latin typeface="inter-regular"/>
              </a:rPr>
              <a:t>#string str1  </a:t>
            </a:r>
            <a:r>
              <a:rPr lang="en-US" sz="2400" b="0" i="0" dirty="0">
                <a:solidFill>
                  <a:srgbClr val="000000"/>
                </a:solidFill>
                <a:effectLst/>
                <a:latin typeface="inter-regular"/>
              </a:rPr>
              <a:t>  </a:t>
            </a:r>
          </a:p>
          <a:p>
            <a:pPr algn="just"/>
            <a:r>
              <a:rPr lang="en-US" sz="2400" b="0" i="0" dirty="0">
                <a:solidFill>
                  <a:srgbClr val="000000"/>
                </a:solidFill>
                <a:effectLst/>
                <a:latin typeface="inter-regular"/>
              </a:rPr>
              <a:t>str2 = </a:t>
            </a:r>
            <a:r>
              <a:rPr lang="en-US" sz="2400" b="0" i="0" dirty="0">
                <a:solidFill>
                  <a:srgbClr val="0000FF"/>
                </a:solidFill>
                <a:effectLst/>
                <a:latin typeface="inter-regular"/>
              </a:rPr>
              <a:t>' how are you'</a:t>
            </a:r>
            <a:r>
              <a:rPr lang="en-US" sz="2400" b="0" i="0" dirty="0">
                <a:solidFill>
                  <a:srgbClr val="000000"/>
                </a:solidFill>
                <a:effectLst/>
                <a:latin typeface="inter-regular"/>
              </a:rPr>
              <a:t> </a:t>
            </a:r>
            <a:r>
              <a:rPr lang="en-US" sz="2400" b="0" i="0" dirty="0">
                <a:solidFill>
                  <a:srgbClr val="008200"/>
                </a:solidFill>
                <a:effectLst/>
                <a:latin typeface="inter-regular"/>
              </a:rPr>
              <a:t>#string str2  </a:t>
            </a:r>
            <a:r>
              <a:rPr lang="en-US" sz="2400" b="0" i="0" dirty="0">
                <a:solidFill>
                  <a:srgbClr val="000000"/>
                </a:solidFill>
                <a:effectLst/>
                <a:latin typeface="inter-regular"/>
              </a:rPr>
              <a:t>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 (str1[0:2]) </a:t>
            </a:r>
            <a:r>
              <a:rPr lang="en-US" sz="2400" b="0" i="0" dirty="0">
                <a:solidFill>
                  <a:srgbClr val="008200"/>
                </a:solidFill>
                <a:effectLst/>
                <a:latin typeface="inter-regular"/>
              </a:rPr>
              <a:t>#printing first two character using slice operator  </a:t>
            </a:r>
            <a:r>
              <a:rPr lang="en-US" sz="2400" b="0" i="0" dirty="0">
                <a:solidFill>
                  <a:srgbClr val="000000"/>
                </a:solidFill>
                <a:effectLst/>
                <a:latin typeface="inter-regular"/>
              </a:rPr>
              <a:t>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 (str1[4]) </a:t>
            </a:r>
            <a:r>
              <a:rPr lang="en-US" sz="2400" b="0" i="0" dirty="0">
                <a:solidFill>
                  <a:srgbClr val="008200"/>
                </a:solidFill>
                <a:effectLst/>
                <a:latin typeface="inter-regular"/>
              </a:rPr>
              <a:t>#printing 4th character of the string  </a:t>
            </a:r>
            <a:r>
              <a:rPr lang="en-US" sz="2400" b="0" i="0" dirty="0">
                <a:solidFill>
                  <a:srgbClr val="000000"/>
                </a:solidFill>
                <a:effectLst/>
                <a:latin typeface="inter-regular"/>
              </a:rPr>
              <a:t>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 (str1*2) </a:t>
            </a:r>
            <a:r>
              <a:rPr lang="en-US" sz="2400" b="0" i="0" dirty="0">
                <a:solidFill>
                  <a:srgbClr val="008200"/>
                </a:solidFill>
                <a:effectLst/>
                <a:latin typeface="inter-regular"/>
              </a:rPr>
              <a:t>#printing the string twice  </a:t>
            </a:r>
            <a:r>
              <a:rPr lang="en-US" sz="2400" b="0" i="0" dirty="0">
                <a:solidFill>
                  <a:srgbClr val="000000"/>
                </a:solidFill>
                <a:effectLst/>
                <a:latin typeface="inter-regular"/>
              </a:rPr>
              <a:t>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 (str1 + str2) </a:t>
            </a:r>
            <a:r>
              <a:rPr lang="en-US" sz="2400" b="0" i="0" dirty="0">
                <a:solidFill>
                  <a:srgbClr val="008200"/>
                </a:solidFill>
                <a:effectLst/>
                <a:latin typeface="inter-regular"/>
              </a:rPr>
              <a:t>#printing the concatenation of str1 and str2  </a:t>
            </a:r>
            <a:r>
              <a:rPr lang="en-US" sz="2400" b="0" i="0" dirty="0">
                <a:solidFill>
                  <a:srgbClr val="000000"/>
                </a:solidFill>
                <a:effectLst/>
                <a:latin typeface="inter-regular"/>
              </a:rPr>
              <a:t>  </a:t>
            </a:r>
          </a:p>
        </p:txBody>
      </p:sp>
      <p:sp>
        <p:nvSpPr>
          <p:cNvPr id="6" name="Rectangle 1">
            <a:extLst>
              <a:ext uri="{FF2B5EF4-FFF2-40B4-BE49-F238E27FC236}">
                <a16:creationId xmlns:a16="http://schemas.microsoft.com/office/drawing/2014/main" id="{53617F37-458E-CB69-5CF3-684A2562A77B}"/>
              </a:ext>
            </a:extLst>
          </p:cNvPr>
          <p:cNvSpPr>
            <a:spLocks noChangeArrowheads="1"/>
          </p:cNvSpPr>
          <p:nvPr/>
        </p:nvSpPr>
        <p:spPr bwMode="auto">
          <a:xfrm>
            <a:off x="2517913" y="3525253"/>
            <a:ext cx="472437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effectLst/>
                <a:latin typeface="Arial Unicode MS"/>
              </a:rPr>
              <a:t>Output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Arial Unicode MS"/>
              </a:rPr>
              <a:t>he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Arial Unicode MS"/>
              </a:rPr>
              <a:t>o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Arial Unicode MS"/>
              </a:rPr>
              <a:t>hello </a:t>
            </a:r>
            <a:r>
              <a:rPr kumimoji="0" lang="en-US" altLang="en-US" sz="2800" b="0" i="0" u="none" strike="noStrike" cap="none" normalizeH="0" baseline="0" dirty="0" err="1">
                <a:ln>
                  <a:noFill/>
                </a:ln>
                <a:effectLst/>
                <a:latin typeface="Arial Unicode MS"/>
              </a:rPr>
              <a:t>studentshello</a:t>
            </a:r>
            <a:r>
              <a:rPr kumimoji="0" lang="en-US" altLang="en-US" sz="2800" b="0" i="0" u="none" strike="noStrike" cap="none" normalizeH="0" baseline="0" dirty="0">
                <a:ln>
                  <a:noFill/>
                </a:ln>
                <a:effectLst/>
                <a:latin typeface="Arial Unicode MS"/>
              </a:rPr>
              <a:t> students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Arial Unicode MS"/>
              </a:rPr>
              <a:t>hello students how are you</a:t>
            </a:r>
            <a:r>
              <a:rPr kumimoji="0" lang="en-US" altLang="en-US" sz="2400" b="0" i="0" u="none" strike="noStrike" cap="none" normalizeH="0" baseline="0" dirty="0">
                <a:ln>
                  <a:noFill/>
                </a:ln>
                <a:effectLst/>
              </a:rPr>
              <a:t> </a:t>
            </a:r>
            <a:endParaRPr kumimoji="0" lang="en-US" altLang="en-US" sz="4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303751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83F81E-FE0C-6CA8-4EC0-4BA973F36C03}"/>
              </a:ext>
            </a:extLst>
          </p:cNvPr>
          <p:cNvSpPr txBox="1"/>
          <p:nvPr/>
        </p:nvSpPr>
        <p:spPr>
          <a:xfrm>
            <a:off x="1855304" y="358674"/>
            <a:ext cx="1020417" cy="646331"/>
          </a:xfrm>
          <a:prstGeom prst="rect">
            <a:avLst/>
          </a:prstGeom>
          <a:noFill/>
        </p:spPr>
        <p:txBody>
          <a:bodyPr wrap="square">
            <a:spAutoFit/>
          </a:bodyPr>
          <a:lstStyle/>
          <a:p>
            <a:pPr algn="just"/>
            <a:r>
              <a:rPr lang="en-US" sz="3600" b="1" i="0" dirty="0">
                <a:solidFill>
                  <a:srgbClr val="00B0F0"/>
                </a:solidFill>
                <a:effectLst/>
                <a:latin typeface="erdana"/>
              </a:rPr>
              <a:t>List</a:t>
            </a:r>
          </a:p>
        </p:txBody>
      </p:sp>
      <p:sp>
        <p:nvSpPr>
          <p:cNvPr id="5" name="TextBox 4">
            <a:extLst>
              <a:ext uri="{FF2B5EF4-FFF2-40B4-BE49-F238E27FC236}">
                <a16:creationId xmlns:a16="http://schemas.microsoft.com/office/drawing/2014/main" id="{9F828629-203E-0D47-386D-1DF453988F6B}"/>
              </a:ext>
            </a:extLst>
          </p:cNvPr>
          <p:cNvSpPr txBox="1"/>
          <p:nvPr/>
        </p:nvSpPr>
        <p:spPr>
          <a:xfrm>
            <a:off x="1524000" y="1120676"/>
            <a:ext cx="10535477" cy="2308324"/>
          </a:xfrm>
          <a:prstGeom prst="rect">
            <a:avLst/>
          </a:prstGeom>
          <a:noFill/>
        </p:spPr>
        <p:txBody>
          <a:bodyPr wrap="square">
            <a:spAutoFit/>
          </a:bodyPr>
          <a:lstStyle/>
          <a:p>
            <a:pPr marL="342900" indent="-342900" algn="just">
              <a:buFont typeface="Wingdings" panose="05000000000000000000" pitchFamily="2" charset="2"/>
              <a:buChar char="Ø"/>
            </a:pPr>
            <a:r>
              <a:rPr lang="en-US" sz="2400" b="0" i="0" dirty="0">
                <a:solidFill>
                  <a:srgbClr val="333333"/>
                </a:solidFill>
                <a:effectLst/>
                <a:latin typeface="inter-regular"/>
              </a:rPr>
              <a:t>Lists in Python are like arrays in C, but lists can contain data of different types. The things put away in the rundown are isolated with a comma (,) and encased inside square sections [].</a:t>
            </a:r>
          </a:p>
          <a:p>
            <a:pPr marL="342900" indent="-342900" algn="just">
              <a:buFont typeface="Wingdings" panose="05000000000000000000" pitchFamily="2" charset="2"/>
              <a:buChar char="Ø"/>
            </a:pPr>
            <a:r>
              <a:rPr lang="en-US" sz="2400" b="0" i="0" dirty="0">
                <a:solidFill>
                  <a:srgbClr val="333333"/>
                </a:solidFill>
                <a:effectLst/>
                <a:latin typeface="inter-regular"/>
              </a:rPr>
              <a:t>To gain access to the list's data, we can use slice [:] operators. Like how they worked with strings, the list is handled by the concatenation operator (+) and the repetition operator (*).</a:t>
            </a:r>
          </a:p>
        </p:txBody>
      </p:sp>
      <p:sp>
        <p:nvSpPr>
          <p:cNvPr id="7" name="TextBox 6">
            <a:extLst>
              <a:ext uri="{FF2B5EF4-FFF2-40B4-BE49-F238E27FC236}">
                <a16:creationId xmlns:a16="http://schemas.microsoft.com/office/drawing/2014/main" id="{088AB35F-F7F0-95C5-BD07-B86B9614B947}"/>
              </a:ext>
            </a:extLst>
          </p:cNvPr>
          <p:cNvSpPr txBox="1"/>
          <p:nvPr/>
        </p:nvSpPr>
        <p:spPr>
          <a:xfrm>
            <a:off x="2365512" y="3544671"/>
            <a:ext cx="3730488" cy="3385542"/>
          </a:xfrm>
          <a:prstGeom prst="rect">
            <a:avLst/>
          </a:prstGeom>
          <a:noFill/>
        </p:spPr>
        <p:txBody>
          <a:bodyPr wrap="square">
            <a:spAutoFit/>
          </a:bodyPr>
          <a:lstStyle/>
          <a:p>
            <a:pPr algn="just"/>
            <a:r>
              <a:rPr lang="en-US" sz="1600" b="0" i="0" dirty="0">
                <a:solidFill>
                  <a:srgbClr val="000000"/>
                </a:solidFill>
                <a:effectLst/>
                <a:latin typeface="inter-regular"/>
              </a:rPr>
              <a:t>list1  = [1, </a:t>
            </a:r>
            <a:r>
              <a:rPr lang="en-US" sz="1600" b="0" i="0" dirty="0">
                <a:solidFill>
                  <a:srgbClr val="0000FF"/>
                </a:solidFill>
                <a:effectLst/>
                <a:latin typeface="inter-regular"/>
              </a:rPr>
              <a:t>"hi"</a:t>
            </a:r>
            <a:r>
              <a:rPr lang="en-US" sz="1600" b="0" i="0" dirty="0">
                <a:solidFill>
                  <a:srgbClr val="000000"/>
                </a:solidFill>
                <a:effectLst/>
                <a:latin typeface="inter-regular"/>
              </a:rPr>
              <a:t>, </a:t>
            </a:r>
            <a:r>
              <a:rPr lang="en-US" sz="1600" b="0" i="0" dirty="0">
                <a:solidFill>
                  <a:srgbClr val="0000FF"/>
                </a:solidFill>
                <a:effectLst/>
                <a:latin typeface="inter-regular"/>
              </a:rPr>
              <a:t>"Python"</a:t>
            </a:r>
            <a:r>
              <a:rPr lang="en-US" sz="1600" b="0" i="0" dirty="0">
                <a:solidFill>
                  <a:srgbClr val="000000"/>
                </a:solidFill>
                <a:effectLst/>
                <a:latin typeface="inter-regular"/>
              </a:rPr>
              <a:t>, 2]    </a:t>
            </a:r>
          </a:p>
          <a:p>
            <a:pPr algn="just"/>
            <a:r>
              <a:rPr lang="en-US" sz="1600" b="0" i="0" dirty="0">
                <a:solidFill>
                  <a:srgbClr val="008200"/>
                </a:solidFill>
                <a:effectLst/>
                <a:latin typeface="inter-regular"/>
              </a:rPr>
              <a:t>#Checking type of given list</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print</a:t>
            </a:r>
            <a:r>
              <a:rPr lang="en-US" sz="1600" b="0" i="0" dirty="0">
                <a:solidFill>
                  <a:srgbClr val="000000"/>
                </a:solidFill>
                <a:effectLst/>
                <a:latin typeface="inter-regular"/>
              </a:rPr>
              <a:t>(type(list1))  </a:t>
            </a:r>
          </a:p>
          <a:p>
            <a:pPr algn="just"/>
            <a:r>
              <a:rPr lang="en-US" sz="1600" b="0" i="0" dirty="0">
                <a:solidFill>
                  <a:srgbClr val="008200"/>
                </a:solidFill>
                <a:effectLst/>
                <a:latin typeface="inter-regular"/>
              </a:rPr>
              <a:t>#Printing the list1</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print</a:t>
            </a:r>
            <a:r>
              <a:rPr lang="en-US" sz="1600" b="0" i="0" dirty="0">
                <a:solidFill>
                  <a:srgbClr val="000000"/>
                </a:solidFill>
                <a:effectLst/>
                <a:latin typeface="inter-regular"/>
              </a:rPr>
              <a:t> (list1)  </a:t>
            </a:r>
          </a:p>
          <a:p>
            <a:pPr algn="just"/>
            <a:r>
              <a:rPr lang="en-US" sz="1600" b="0" i="0" dirty="0">
                <a:solidFill>
                  <a:srgbClr val="008200"/>
                </a:solidFill>
                <a:effectLst/>
                <a:latin typeface="inter-regular"/>
              </a:rPr>
              <a:t># List slicing</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print</a:t>
            </a:r>
            <a:r>
              <a:rPr lang="en-US" sz="1600" b="0" i="0" dirty="0">
                <a:solidFill>
                  <a:srgbClr val="000000"/>
                </a:solidFill>
                <a:effectLst/>
                <a:latin typeface="inter-regular"/>
              </a:rPr>
              <a:t> (list1[3:])   </a:t>
            </a:r>
          </a:p>
          <a:p>
            <a:pPr algn="just"/>
            <a:r>
              <a:rPr lang="en-US" sz="1600" b="0" i="0" dirty="0">
                <a:solidFill>
                  <a:srgbClr val="008200"/>
                </a:solidFill>
                <a:effectLst/>
                <a:latin typeface="inter-regular"/>
              </a:rPr>
              <a:t># List slicing</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print</a:t>
            </a:r>
            <a:r>
              <a:rPr lang="en-US" sz="1600" b="0" i="0" dirty="0">
                <a:solidFill>
                  <a:srgbClr val="000000"/>
                </a:solidFill>
                <a:effectLst/>
                <a:latin typeface="inter-regular"/>
              </a:rPr>
              <a:t> (list1[0:2])    </a:t>
            </a:r>
          </a:p>
          <a:p>
            <a:pPr algn="just"/>
            <a:r>
              <a:rPr lang="en-US" sz="1600" b="0" i="0" dirty="0">
                <a:solidFill>
                  <a:srgbClr val="008200"/>
                </a:solidFill>
                <a:effectLst/>
                <a:latin typeface="inter-regular"/>
              </a:rPr>
              <a:t># List Concatenation using + operator</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print</a:t>
            </a:r>
            <a:r>
              <a:rPr lang="en-US" sz="1600" b="0" i="0" dirty="0">
                <a:solidFill>
                  <a:srgbClr val="000000"/>
                </a:solidFill>
                <a:effectLst/>
                <a:latin typeface="inter-regular"/>
              </a:rPr>
              <a:t> (list1 + list1)  </a:t>
            </a:r>
          </a:p>
          <a:p>
            <a:pPr algn="just"/>
            <a:r>
              <a:rPr lang="en-US" sz="1600" b="0" i="0" dirty="0">
                <a:solidFill>
                  <a:srgbClr val="008200"/>
                </a:solidFill>
                <a:effectLst/>
                <a:latin typeface="inter-regular"/>
              </a:rPr>
              <a:t># List </a:t>
            </a:r>
            <a:r>
              <a:rPr lang="en-US" sz="1600" b="0" i="0" dirty="0" err="1">
                <a:solidFill>
                  <a:srgbClr val="008200"/>
                </a:solidFill>
                <a:effectLst/>
                <a:latin typeface="inter-regular"/>
              </a:rPr>
              <a:t>repetation</a:t>
            </a:r>
            <a:r>
              <a:rPr lang="en-US" sz="1600" b="0" i="0" dirty="0">
                <a:solidFill>
                  <a:srgbClr val="008200"/>
                </a:solidFill>
                <a:effectLst/>
                <a:latin typeface="inter-regular"/>
              </a:rPr>
              <a:t> using * operator</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print</a:t>
            </a:r>
            <a:r>
              <a:rPr lang="en-US" sz="1600" b="0" i="0" dirty="0">
                <a:solidFill>
                  <a:srgbClr val="000000"/>
                </a:solidFill>
                <a:effectLst/>
                <a:latin typeface="inter-regular"/>
              </a:rPr>
              <a:t> (list1 * 3)  </a:t>
            </a:r>
          </a:p>
        </p:txBody>
      </p:sp>
    </p:spTree>
    <p:extLst>
      <p:ext uri="{BB962C8B-B14F-4D97-AF65-F5344CB8AC3E}">
        <p14:creationId xmlns:p14="http://schemas.microsoft.com/office/powerpoint/2010/main" val="698518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E60922-B9AC-8197-22CD-0049F4397023}"/>
              </a:ext>
            </a:extLst>
          </p:cNvPr>
          <p:cNvSpPr txBox="1"/>
          <p:nvPr/>
        </p:nvSpPr>
        <p:spPr>
          <a:xfrm>
            <a:off x="1948070" y="518996"/>
            <a:ext cx="1497495" cy="646331"/>
          </a:xfrm>
          <a:prstGeom prst="rect">
            <a:avLst/>
          </a:prstGeom>
          <a:noFill/>
        </p:spPr>
        <p:txBody>
          <a:bodyPr wrap="square">
            <a:spAutoFit/>
          </a:bodyPr>
          <a:lstStyle/>
          <a:p>
            <a:pPr algn="just"/>
            <a:r>
              <a:rPr lang="en-US" sz="3600" b="1" i="0" dirty="0">
                <a:solidFill>
                  <a:srgbClr val="00B0F0"/>
                </a:solidFill>
                <a:effectLst/>
                <a:latin typeface="erdana"/>
              </a:rPr>
              <a:t>Tuple</a:t>
            </a:r>
          </a:p>
        </p:txBody>
      </p:sp>
      <p:sp>
        <p:nvSpPr>
          <p:cNvPr id="5" name="TextBox 4">
            <a:extLst>
              <a:ext uri="{FF2B5EF4-FFF2-40B4-BE49-F238E27FC236}">
                <a16:creationId xmlns:a16="http://schemas.microsoft.com/office/drawing/2014/main" id="{3CABC78D-D782-293A-8EF1-BBB4C635DA1F}"/>
              </a:ext>
            </a:extLst>
          </p:cNvPr>
          <p:cNvSpPr txBox="1"/>
          <p:nvPr/>
        </p:nvSpPr>
        <p:spPr>
          <a:xfrm>
            <a:off x="1842052" y="1165327"/>
            <a:ext cx="10217426" cy="1938992"/>
          </a:xfrm>
          <a:prstGeom prst="rect">
            <a:avLst/>
          </a:prstGeom>
          <a:noFill/>
        </p:spPr>
        <p:txBody>
          <a:bodyPr wrap="square">
            <a:spAutoFit/>
          </a:bodyPr>
          <a:lstStyle/>
          <a:p>
            <a:pPr marL="342900" indent="-342900">
              <a:buFont typeface="Wingdings" panose="05000000000000000000" pitchFamily="2" charset="2"/>
              <a:buChar char="Ø"/>
            </a:pPr>
            <a:r>
              <a:rPr lang="en-US" sz="2400" dirty="0">
                <a:solidFill>
                  <a:srgbClr val="333333"/>
                </a:solidFill>
                <a:latin typeface="inter-regular"/>
              </a:rPr>
              <a:t>I</a:t>
            </a:r>
            <a:r>
              <a:rPr lang="en-US" sz="2400" b="0" i="0" dirty="0">
                <a:solidFill>
                  <a:srgbClr val="333333"/>
                </a:solidFill>
                <a:effectLst/>
                <a:latin typeface="inter-regular"/>
              </a:rPr>
              <a:t>n many ways, a tuple is like a list. Tuples, like lists, also contain a collection of items from various data types. A parenthetical space () separates the tuple's components from one another.</a:t>
            </a:r>
          </a:p>
          <a:p>
            <a:pPr marL="342900" indent="-342900">
              <a:buFont typeface="Wingdings" panose="05000000000000000000" pitchFamily="2" charset="2"/>
              <a:buChar char="Ø"/>
            </a:pPr>
            <a:r>
              <a:rPr lang="en-US" sz="2400" b="0" i="0" dirty="0">
                <a:solidFill>
                  <a:srgbClr val="333333"/>
                </a:solidFill>
                <a:effectLst/>
                <a:latin typeface="inter-regular"/>
              </a:rPr>
              <a:t>Because we cannot alter the size or value of the items in a tuple, it is a read-only data structure</a:t>
            </a:r>
            <a:endParaRPr lang="en-US" sz="2400" dirty="0"/>
          </a:p>
        </p:txBody>
      </p:sp>
      <p:sp>
        <p:nvSpPr>
          <p:cNvPr id="7" name="TextBox 6">
            <a:extLst>
              <a:ext uri="{FF2B5EF4-FFF2-40B4-BE49-F238E27FC236}">
                <a16:creationId xmlns:a16="http://schemas.microsoft.com/office/drawing/2014/main" id="{E2FB719C-05C7-D0E9-1B07-5B58CD805010}"/>
              </a:ext>
            </a:extLst>
          </p:cNvPr>
          <p:cNvSpPr txBox="1"/>
          <p:nvPr/>
        </p:nvSpPr>
        <p:spPr>
          <a:xfrm>
            <a:off x="2822713" y="3266809"/>
            <a:ext cx="6096000" cy="3416320"/>
          </a:xfrm>
          <a:prstGeom prst="rect">
            <a:avLst/>
          </a:prstGeom>
          <a:noFill/>
        </p:spPr>
        <p:txBody>
          <a:bodyPr wrap="square">
            <a:spAutoFit/>
          </a:bodyPr>
          <a:lstStyle/>
          <a:p>
            <a:pPr algn="just"/>
            <a:r>
              <a:rPr lang="en-US" b="0" i="0" dirty="0">
                <a:solidFill>
                  <a:srgbClr val="000000"/>
                </a:solidFill>
                <a:effectLst/>
                <a:latin typeface="inter-regular"/>
              </a:rPr>
              <a:t>tup  = (</a:t>
            </a:r>
            <a:r>
              <a:rPr lang="en-US" b="0" i="0" dirty="0">
                <a:solidFill>
                  <a:srgbClr val="0000FF"/>
                </a:solidFill>
                <a:effectLst/>
                <a:latin typeface="inter-regular"/>
              </a:rPr>
              <a:t>"hi"</a:t>
            </a:r>
            <a:r>
              <a:rPr lang="en-US" b="0" i="0" dirty="0">
                <a:solidFill>
                  <a:srgbClr val="000000"/>
                </a:solidFill>
                <a:effectLst/>
                <a:latin typeface="inter-regular"/>
              </a:rPr>
              <a:t>, </a:t>
            </a:r>
            <a:r>
              <a:rPr lang="en-US" b="0" i="0" dirty="0">
                <a:solidFill>
                  <a:srgbClr val="0000FF"/>
                </a:solidFill>
                <a:effectLst/>
                <a:latin typeface="inter-regular"/>
              </a:rPr>
              <a:t>"Python"</a:t>
            </a:r>
            <a:r>
              <a:rPr lang="en-US" b="0" i="0" dirty="0">
                <a:solidFill>
                  <a:srgbClr val="000000"/>
                </a:solidFill>
                <a:effectLst/>
                <a:latin typeface="inter-regular"/>
              </a:rPr>
              <a:t>, 2)    </a:t>
            </a:r>
          </a:p>
          <a:p>
            <a:pPr algn="just"/>
            <a:r>
              <a:rPr lang="en-US" b="0" i="0" dirty="0">
                <a:solidFill>
                  <a:srgbClr val="008200"/>
                </a:solidFill>
                <a:effectLst/>
                <a:latin typeface="inter-regular"/>
              </a:rPr>
              <a:t># Checking type of tup</a:t>
            </a:r>
            <a:r>
              <a:rPr lang="en-US" b="0" i="0" dirty="0">
                <a:solidFill>
                  <a:srgbClr val="000000"/>
                </a:solidFill>
                <a:effectLst/>
                <a:latin typeface="inter-regular"/>
              </a:rPr>
              <a:t>  </a:t>
            </a:r>
          </a:p>
          <a:p>
            <a:pPr algn="just"/>
            <a:r>
              <a:rPr lang="en-US" b="1" i="0" dirty="0">
                <a:solidFill>
                  <a:srgbClr val="006699"/>
                </a:solidFill>
                <a:effectLst/>
                <a:latin typeface="inter-regular"/>
              </a:rPr>
              <a:t>print</a:t>
            </a:r>
            <a:r>
              <a:rPr lang="en-US" b="0" i="0" dirty="0">
                <a:solidFill>
                  <a:srgbClr val="000000"/>
                </a:solidFill>
                <a:effectLst/>
                <a:latin typeface="inter-regular"/>
              </a:rPr>
              <a:t> (type(tup))    </a:t>
            </a:r>
          </a:p>
          <a:p>
            <a:pPr algn="just"/>
            <a:r>
              <a:rPr lang="en-US" b="0" i="0" dirty="0">
                <a:solidFill>
                  <a:srgbClr val="008200"/>
                </a:solidFill>
                <a:effectLst/>
                <a:latin typeface="inter-regular"/>
              </a:rPr>
              <a:t>#Printing the tuple</a:t>
            </a:r>
            <a:r>
              <a:rPr lang="en-US" b="0" i="0" dirty="0">
                <a:solidFill>
                  <a:srgbClr val="000000"/>
                </a:solidFill>
                <a:effectLst/>
                <a:latin typeface="inter-regular"/>
              </a:rPr>
              <a:t>  </a:t>
            </a:r>
          </a:p>
          <a:p>
            <a:pPr algn="just"/>
            <a:r>
              <a:rPr lang="en-US" b="1" i="0" dirty="0">
                <a:solidFill>
                  <a:srgbClr val="006699"/>
                </a:solidFill>
                <a:effectLst/>
                <a:latin typeface="inter-regular"/>
              </a:rPr>
              <a:t>print</a:t>
            </a:r>
            <a:r>
              <a:rPr lang="en-US" b="0" i="0" dirty="0">
                <a:solidFill>
                  <a:srgbClr val="000000"/>
                </a:solidFill>
                <a:effectLst/>
                <a:latin typeface="inter-regular"/>
              </a:rPr>
              <a:t> (tup)  </a:t>
            </a:r>
          </a:p>
          <a:p>
            <a:pPr algn="just"/>
            <a:r>
              <a:rPr lang="en-US" b="0" i="0" dirty="0">
                <a:solidFill>
                  <a:srgbClr val="008200"/>
                </a:solidFill>
                <a:effectLst/>
                <a:latin typeface="inter-regular"/>
              </a:rPr>
              <a:t># Tuple slicing</a:t>
            </a:r>
            <a:r>
              <a:rPr lang="en-US" b="0" i="0" dirty="0">
                <a:solidFill>
                  <a:srgbClr val="000000"/>
                </a:solidFill>
                <a:effectLst/>
                <a:latin typeface="inter-regular"/>
              </a:rPr>
              <a:t>  </a:t>
            </a:r>
          </a:p>
          <a:p>
            <a:pPr algn="just"/>
            <a:r>
              <a:rPr lang="en-US" b="1" i="0" dirty="0">
                <a:solidFill>
                  <a:srgbClr val="006699"/>
                </a:solidFill>
                <a:effectLst/>
                <a:latin typeface="inter-regular"/>
              </a:rPr>
              <a:t>print</a:t>
            </a:r>
            <a:r>
              <a:rPr lang="en-US" b="0" i="0" dirty="0">
                <a:solidFill>
                  <a:srgbClr val="000000"/>
                </a:solidFill>
                <a:effectLst/>
                <a:latin typeface="inter-regular"/>
              </a:rPr>
              <a:t> (tup[1:])    </a:t>
            </a:r>
          </a:p>
          <a:p>
            <a:pPr algn="just"/>
            <a:r>
              <a:rPr lang="en-US" b="1" i="0" dirty="0">
                <a:solidFill>
                  <a:srgbClr val="006699"/>
                </a:solidFill>
                <a:effectLst/>
                <a:latin typeface="inter-regular"/>
              </a:rPr>
              <a:t>print</a:t>
            </a:r>
            <a:r>
              <a:rPr lang="en-US" b="0" i="0" dirty="0">
                <a:solidFill>
                  <a:srgbClr val="000000"/>
                </a:solidFill>
                <a:effectLst/>
                <a:latin typeface="inter-regular"/>
              </a:rPr>
              <a:t> (tup[0:1])    </a:t>
            </a:r>
          </a:p>
          <a:p>
            <a:pPr algn="just"/>
            <a:r>
              <a:rPr lang="en-US" b="0" i="0" dirty="0">
                <a:solidFill>
                  <a:srgbClr val="008200"/>
                </a:solidFill>
                <a:effectLst/>
                <a:latin typeface="inter-regular"/>
              </a:rPr>
              <a:t># Tuple concatenation using + operator</a:t>
            </a:r>
            <a:r>
              <a:rPr lang="en-US" b="0" i="0" dirty="0">
                <a:solidFill>
                  <a:srgbClr val="000000"/>
                </a:solidFill>
                <a:effectLst/>
                <a:latin typeface="inter-regular"/>
              </a:rPr>
              <a:t>  </a:t>
            </a:r>
          </a:p>
          <a:p>
            <a:pPr algn="just"/>
            <a:r>
              <a:rPr lang="en-US" b="1" i="0" dirty="0">
                <a:solidFill>
                  <a:srgbClr val="006699"/>
                </a:solidFill>
                <a:effectLst/>
                <a:latin typeface="inter-regular"/>
              </a:rPr>
              <a:t>print</a:t>
            </a:r>
            <a:r>
              <a:rPr lang="en-US" b="0" i="0" dirty="0">
                <a:solidFill>
                  <a:srgbClr val="000000"/>
                </a:solidFill>
                <a:effectLst/>
                <a:latin typeface="inter-regular"/>
              </a:rPr>
              <a:t> (tup + tup)    </a:t>
            </a:r>
          </a:p>
          <a:p>
            <a:pPr algn="just"/>
            <a:r>
              <a:rPr lang="en-US" b="0" i="0" dirty="0">
                <a:solidFill>
                  <a:srgbClr val="008200"/>
                </a:solidFill>
                <a:effectLst/>
                <a:latin typeface="inter-regular"/>
              </a:rPr>
              <a:t># Tuple </a:t>
            </a:r>
            <a:r>
              <a:rPr lang="en-US" b="0" i="0" dirty="0" err="1">
                <a:solidFill>
                  <a:srgbClr val="008200"/>
                </a:solidFill>
                <a:effectLst/>
                <a:latin typeface="inter-regular"/>
              </a:rPr>
              <a:t>repatation</a:t>
            </a:r>
            <a:r>
              <a:rPr lang="en-US" b="0" i="0" dirty="0">
                <a:solidFill>
                  <a:srgbClr val="008200"/>
                </a:solidFill>
                <a:effectLst/>
                <a:latin typeface="inter-regular"/>
              </a:rPr>
              <a:t> using * operator</a:t>
            </a:r>
            <a:r>
              <a:rPr lang="en-US" b="0" i="0" dirty="0">
                <a:solidFill>
                  <a:srgbClr val="000000"/>
                </a:solidFill>
                <a:effectLst/>
                <a:latin typeface="inter-regular"/>
              </a:rPr>
              <a:t>  </a:t>
            </a:r>
          </a:p>
          <a:p>
            <a:pPr algn="just"/>
            <a:r>
              <a:rPr lang="en-US" b="1" i="0" dirty="0">
                <a:solidFill>
                  <a:srgbClr val="006699"/>
                </a:solidFill>
                <a:effectLst/>
                <a:latin typeface="inter-regular"/>
              </a:rPr>
              <a:t>print</a:t>
            </a:r>
            <a:r>
              <a:rPr lang="en-US" b="0" i="0" dirty="0">
                <a:solidFill>
                  <a:srgbClr val="000000"/>
                </a:solidFill>
                <a:effectLst/>
                <a:latin typeface="inter-regular"/>
              </a:rPr>
              <a:t> (tup * 3)     </a:t>
            </a:r>
          </a:p>
        </p:txBody>
      </p:sp>
    </p:spTree>
    <p:extLst>
      <p:ext uri="{BB962C8B-B14F-4D97-AF65-F5344CB8AC3E}">
        <p14:creationId xmlns:p14="http://schemas.microsoft.com/office/powerpoint/2010/main" val="4041558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07281A-3FCF-C4A2-B5A0-5256E1A43CE1}"/>
              </a:ext>
            </a:extLst>
          </p:cNvPr>
          <p:cNvSpPr>
            <a:spLocks noChangeArrowheads="1"/>
          </p:cNvSpPr>
          <p:nvPr/>
        </p:nvSpPr>
        <p:spPr bwMode="auto">
          <a:xfrm>
            <a:off x="1487605" y="1197362"/>
            <a:ext cx="10058401" cy="4463275"/>
          </a:xfrm>
          <a:prstGeom prst="rect">
            <a:avLst/>
          </a:prstGeom>
          <a:noFill/>
          <a:ln>
            <a:noFill/>
          </a:ln>
          <a:effectLst/>
        </p:spPr>
        <p:txBody>
          <a:bodyPr vert="horz" wrap="square" lIns="0" tIns="198375" rIns="0" bIns="198375" numCol="1" anchor="ctr" anchorCtr="0" compatLnSpc="1">
            <a:prstTxWarp prst="textNoShape">
              <a:avLst/>
            </a:prstTxWarp>
            <a:spAutoFit/>
          </a:bodyPr>
          <a:lstStyle/>
          <a:p>
            <a:pPr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latin typeface="Söhne"/>
              </a:rPr>
              <a:t>In Python, both tuples and lists are data structures used to store collections of items. However, they have some key differences:</a:t>
            </a:r>
            <a:endParaRPr kumimoji="0" lang="en-US" altLang="en-US" sz="2000" b="0" i="0" u="none" strike="noStrike" cap="none" normalizeH="0" baseline="0" dirty="0">
              <a:ln>
                <a:noFill/>
              </a:ln>
              <a:solidFill>
                <a:schemeClr val="tx1"/>
              </a:solidFill>
              <a:effectLst/>
            </a:endParaRPr>
          </a:p>
          <a:p>
            <a:pPr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a:ln>
                  <a:noFill/>
                </a:ln>
                <a:solidFill>
                  <a:srgbClr val="0D0D0D"/>
                </a:solidFill>
                <a:effectLst/>
                <a:latin typeface="Söhne"/>
              </a:rPr>
              <a:t>Mutability</a:t>
            </a:r>
            <a:r>
              <a:rPr kumimoji="0" lang="en-US" altLang="en-US" sz="2400" b="0" i="0" u="none" strike="noStrike" cap="none" normalizeH="0" baseline="0" dirty="0">
                <a:ln>
                  <a:noFill/>
                </a:ln>
                <a:solidFill>
                  <a:srgbClr val="0D0D0D"/>
                </a:solidFill>
                <a:effectLst/>
                <a:latin typeface="Söhne"/>
              </a:rPr>
              <a:t>:</a:t>
            </a:r>
          </a:p>
          <a:p>
            <a:pPr marL="3429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0D0D0D"/>
                </a:solidFill>
                <a:effectLst/>
                <a:latin typeface="Söhne"/>
              </a:rPr>
              <a:t>Lists are mutable, meaning you can change, add, or remove elements after the list has been created.</a:t>
            </a:r>
          </a:p>
          <a:p>
            <a:pPr marL="3429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0D0D0D"/>
                </a:solidFill>
                <a:effectLst/>
                <a:latin typeface="Söhne"/>
              </a:rPr>
              <a:t>Tuples are immutable, meaning once they are created, you cannot change the elements within them. You can't add or remove elements from a tuple.</a:t>
            </a:r>
          </a:p>
          <a:p>
            <a:pPr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rgbClr val="0D0D0D"/>
                </a:solidFill>
                <a:effectLst/>
                <a:latin typeface="Söhne"/>
              </a:rPr>
              <a:t>Syntax</a:t>
            </a:r>
            <a:r>
              <a:rPr kumimoji="0" lang="en-US" altLang="en-US" sz="2400" b="0" i="0" u="none" strike="noStrike" cap="none" normalizeH="0" baseline="0" dirty="0">
                <a:ln>
                  <a:noFill/>
                </a:ln>
                <a:solidFill>
                  <a:srgbClr val="0D0D0D"/>
                </a:solidFill>
                <a:effectLst/>
                <a:latin typeface="Söhne"/>
              </a:rPr>
              <a:t>:</a:t>
            </a:r>
          </a:p>
          <a:p>
            <a:pPr marL="3429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0D0D0D"/>
                </a:solidFill>
                <a:effectLst/>
                <a:latin typeface="Söhne"/>
              </a:rPr>
              <a:t>Lists are created using square brackets </a:t>
            </a:r>
            <a:r>
              <a:rPr kumimoji="0" lang="en-US" altLang="en-US" sz="3600" b="1" i="0" u="none" strike="noStrike" cap="none" normalizeH="0" baseline="0" dirty="0">
                <a:ln>
                  <a:noFill/>
                </a:ln>
                <a:solidFill>
                  <a:srgbClr val="0D0D0D"/>
                </a:solidFill>
                <a:effectLst/>
                <a:latin typeface="Söhne Mono"/>
              </a:rPr>
              <a:t>[]</a:t>
            </a:r>
            <a:r>
              <a:rPr kumimoji="0" lang="en-US" altLang="en-US" sz="2400" b="0" i="0" u="none" strike="noStrike" cap="none" normalizeH="0" baseline="0" dirty="0">
                <a:ln>
                  <a:noFill/>
                </a:ln>
                <a:solidFill>
                  <a:srgbClr val="0D0D0D"/>
                </a:solidFill>
                <a:effectLst/>
                <a:latin typeface="Söhne"/>
              </a:rPr>
              <a:t>.</a:t>
            </a:r>
          </a:p>
          <a:p>
            <a:pPr marL="3429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0D0D0D"/>
                </a:solidFill>
                <a:effectLst/>
                <a:latin typeface="Söhne"/>
              </a:rPr>
              <a:t>Tuples are created using parentheses </a:t>
            </a:r>
            <a:r>
              <a:rPr kumimoji="0" lang="en-US" altLang="en-US" sz="3600" b="1" i="0" u="none" strike="noStrike" cap="none" normalizeH="0" baseline="0" dirty="0">
                <a:ln>
                  <a:noFill/>
                </a:ln>
                <a:solidFill>
                  <a:srgbClr val="0D0D0D"/>
                </a:solidFill>
                <a:effectLst/>
                <a:latin typeface="Söhne Mono"/>
              </a:rPr>
              <a:t>()</a:t>
            </a:r>
            <a:r>
              <a:rPr kumimoji="0" lang="en-US" altLang="en-US" sz="2400" b="0" i="0" u="none" strike="noStrike" cap="none" normalizeH="0" baseline="0" dirty="0">
                <a:ln>
                  <a:noFill/>
                </a:ln>
                <a:solidFill>
                  <a:srgbClr val="0D0D0D"/>
                </a:solidFill>
                <a:effectLst/>
                <a:latin typeface="Söhne"/>
              </a:rPr>
              <a:t>.</a:t>
            </a:r>
          </a:p>
        </p:txBody>
      </p:sp>
      <p:sp>
        <p:nvSpPr>
          <p:cNvPr id="3" name="Rectangle 2">
            <a:extLst>
              <a:ext uri="{FF2B5EF4-FFF2-40B4-BE49-F238E27FC236}">
                <a16:creationId xmlns:a16="http://schemas.microsoft.com/office/drawing/2014/main" id="{824A347B-C810-05CA-3EFC-F0415959FC0E}"/>
              </a:ext>
            </a:extLst>
          </p:cNvPr>
          <p:cNvSpPr>
            <a:spLocks noChangeArrowheads="1"/>
          </p:cNvSpPr>
          <p:nvPr/>
        </p:nvSpPr>
        <p:spPr bwMode="auto">
          <a:xfrm>
            <a:off x="1680949" y="335074"/>
            <a:ext cx="7026324" cy="954622"/>
          </a:xfrm>
          <a:prstGeom prst="rect">
            <a:avLst/>
          </a:prstGeom>
          <a:noFill/>
          <a:ln>
            <a:noFill/>
          </a:ln>
          <a:effectLst/>
        </p:spPr>
        <p:txBody>
          <a:bodyPr vert="horz" wrap="square" lIns="0" tIns="198375" rIns="0" bIns="198375" numCol="1" anchor="ctr" anchorCtr="0" compatLnSpc="1">
            <a:prstTxWarp prst="textNoShape">
              <a:avLst/>
            </a:prstTxWarp>
            <a:spAutoFit/>
          </a:bodyPr>
          <a:lstStyle/>
          <a:p>
            <a:pPr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rgbClr val="00B0F0"/>
                </a:solidFill>
                <a:effectLst/>
                <a:latin typeface="Söhne"/>
              </a:rPr>
              <a:t>Difference Between List and Tuple</a:t>
            </a:r>
          </a:p>
        </p:txBody>
      </p:sp>
    </p:spTree>
    <p:extLst>
      <p:ext uri="{BB962C8B-B14F-4D97-AF65-F5344CB8AC3E}">
        <p14:creationId xmlns:p14="http://schemas.microsoft.com/office/powerpoint/2010/main" val="4149507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7334E8-123D-319A-39B4-11C41A761642}"/>
              </a:ext>
            </a:extLst>
          </p:cNvPr>
          <p:cNvSpPr txBox="1"/>
          <p:nvPr/>
        </p:nvSpPr>
        <p:spPr>
          <a:xfrm>
            <a:off x="1723030" y="627375"/>
            <a:ext cx="2821674" cy="646331"/>
          </a:xfrm>
          <a:prstGeom prst="rect">
            <a:avLst/>
          </a:prstGeom>
          <a:noFill/>
        </p:spPr>
        <p:txBody>
          <a:bodyPr wrap="square">
            <a:spAutoFit/>
          </a:bodyPr>
          <a:lstStyle/>
          <a:p>
            <a:pPr algn="just"/>
            <a:r>
              <a:rPr lang="en-US" sz="3600" b="1" i="0" dirty="0">
                <a:solidFill>
                  <a:srgbClr val="00B0F0"/>
                </a:solidFill>
                <a:effectLst/>
                <a:latin typeface="erdana"/>
              </a:rPr>
              <a:t>Dictionary</a:t>
            </a:r>
          </a:p>
        </p:txBody>
      </p:sp>
      <p:sp>
        <p:nvSpPr>
          <p:cNvPr id="5" name="TextBox 4">
            <a:extLst>
              <a:ext uri="{FF2B5EF4-FFF2-40B4-BE49-F238E27FC236}">
                <a16:creationId xmlns:a16="http://schemas.microsoft.com/office/drawing/2014/main" id="{6649BF46-6778-B133-8109-55CBDF0F4CD5}"/>
              </a:ext>
            </a:extLst>
          </p:cNvPr>
          <p:cNvSpPr txBox="1"/>
          <p:nvPr/>
        </p:nvSpPr>
        <p:spPr>
          <a:xfrm>
            <a:off x="1583140" y="1404793"/>
            <a:ext cx="9935569" cy="2308324"/>
          </a:xfrm>
          <a:prstGeom prst="rect">
            <a:avLst/>
          </a:prstGeom>
          <a:noFill/>
        </p:spPr>
        <p:txBody>
          <a:bodyPr wrap="square">
            <a:spAutoFit/>
          </a:bodyPr>
          <a:lstStyle/>
          <a:p>
            <a:pPr marL="285750" indent="-285750" algn="just">
              <a:buFont typeface="Wingdings" panose="05000000000000000000" pitchFamily="2" charset="2"/>
              <a:buChar char="Ø"/>
            </a:pPr>
            <a:r>
              <a:rPr lang="en-US" sz="2400" b="0" i="0" dirty="0">
                <a:solidFill>
                  <a:srgbClr val="333333"/>
                </a:solidFill>
                <a:effectLst/>
                <a:latin typeface="inter-regular"/>
              </a:rPr>
              <a:t>A dictionary is a key-value pair set arranged in any order. It stores a specific value for each key, like an associative array or a hash table. Value is any Python object, while the key can hold any primitive data type.</a:t>
            </a:r>
          </a:p>
          <a:p>
            <a:pPr marL="285750" indent="-285750" algn="just">
              <a:buFont typeface="Wingdings" panose="05000000000000000000" pitchFamily="2" charset="2"/>
              <a:buChar char="Ø"/>
            </a:pPr>
            <a:r>
              <a:rPr lang="en-US" sz="2400" b="0" i="0" dirty="0">
                <a:solidFill>
                  <a:srgbClr val="333333"/>
                </a:solidFill>
                <a:effectLst/>
                <a:latin typeface="inter-regular"/>
              </a:rPr>
              <a:t>The comma (,) and the curly braces are used to separate the items in the dictionary.</a:t>
            </a:r>
            <a:br>
              <a:rPr lang="en-US" sz="2400" dirty="0"/>
            </a:br>
            <a:endParaRPr lang="en-US" sz="2400" dirty="0"/>
          </a:p>
        </p:txBody>
      </p:sp>
      <p:sp>
        <p:nvSpPr>
          <p:cNvPr id="7" name="TextBox 6">
            <a:extLst>
              <a:ext uri="{FF2B5EF4-FFF2-40B4-BE49-F238E27FC236}">
                <a16:creationId xmlns:a16="http://schemas.microsoft.com/office/drawing/2014/main" id="{3079179A-9C4C-8D8D-8F4D-17530B4CFA03}"/>
              </a:ext>
            </a:extLst>
          </p:cNvPr>
          <p:cNvSpPr txBox="1"/>
          <p:nvPr/>
        </p:nvSpPr>
        <p:spPr>
          <a:xfrm>
            <a:off x="2500952" y="3429000"/>
            <a:ext cx="6093724" cy="3046988"/>
          </a:xfrm>
          <a:prstGeom prst="rect">
            <a:avLst/>
          </a:prstGeom>
          <a:noFill/>
        </p:spPr>
        <p:txBody>
          <a:bodyPr wrap="square">
            <a:spAutoFit/>
          </a:bodyPr>
          <a:lstStyle/>
          <a:p>
            <a:pPr algn="just"/>
            <a:r>
              <a:rPr lang="en-US" sz="2400" b="0" i="0" dirty="0">
                <a:solidFill>
                  <a:srgbClr val="000000"/>
                </a:solidFill>
                <a:effectLst/>
                <a:latin typeface="inter-regular"/>
              </a:rPr>
              <a:t>d = {1:</a:t>
            </a:r>
            <a:r>
              <a:rPr lang="en-US" sz="2400" b="0" i="0" dirty="0">
                <a:solidFill>
                  <a:srgbClr val="0000FF"/>
                </a:solidFill>
                <a:effectLst/>
                <a:latin typeface="inter-regular"/>
              </a:rPr>
              <a:t>’Ashfaq'</a:t>
            </a:r>
            <a:r>
              <a:rPr lang="en-US" sz="2400" b="0" i="0" dirty="0">
                <a:solidFill>
                  <a:srgbClr val="000000"/>
                </a:solidFill>
                <a:effectLst/>
                <a:latin typeface="inter-regular"/>
              </a:rPr>
              <a:t>, 2:</a:t>
            </a:r>
            <a:r>
              <a:rPr lang="en-US" sz="2400" b="0" i="0" dirty="0">
                <a:solidFill>
                  <a:srgbClr val="0000FF"/>
                </a:solidFill>
                <a:effectLst/>
                <a:latin typeface="inter-regular"/>
              </a:rPr>
              <a:t>’farooq'</a:t>
            </a:r>
            <a:r>
              <a:rPr lang="en-US" sz="2400" b="0" i="0" dirty="0">
                <a:solidFill>
                  <a:srgbClr val="000000"/>
                </a:solidFill>
                <a:effectLst/>
                <a:latin typeface="inter-regular"/>
              </a:rPr>
              <a:t>, 3:</a:t>
            </a:r>
            <a:r>
              <a:rPr lang="en-US" sz="2400" b="0" i="0" dirty="0">
                <a:solidFill>
                  <a:srgbClr val="0000FF"/>
                </a:solidFill>
                <a:effectLst/>
                <a:latin typeface="inter-regular"/>
              </a:rPr>
              <a:t>’Asif'</a:t>
            </a:r>
            <a:r>
              <a:rPr lang="en-US" sz="2400" b="0" i="0" dirty="0">
                <a:solidFill>
                  <a:srgbClr val="000000"/>
                </a:solidFill>
                <a:effectLst/>
                <a:latin typeface="inter-regular"/>
              </a:rPr>
              <a:t>, 4:</a:t>
            </a:r>
            <a:r>
              <a:rPr lang="en-US" sz="2400" b="0" i="0" dirty="0">
                <a:solidFill>
                  <a:srgbClr val="0000FF"/>
                </a:solidFill>
                <a:effectLst/>
                <a:latin typeface="inter-regular"/>
              </a:rPr>
              <a:t>’mir'</a:t>
            </a:r>
            <a:r>
              <a:rPr lang="en-US" sz="2400" b="0" i="0" dirty="0">
                <a:solidFill>
                  <a:srgbClr val="000000"/>
                </a:solidFill>
                <a:effectLst/>
                <a:latin typeface="inter-regular"/>
              </a:rPr>
              <a:t>}     </a:t>
            </a:r>
          </a:p>
          <a:p>
            <a:pPr algn="just"/>
            <a:r>
              <a:rPr lang="en-US" sz="2400" b="0" i="0" dirty="0">
                <a:solidFill>
                  <a:srgbClr val="008200"/>
                </a:solidFill>
                <a:effectLst/>
                <a:latin typeface="inter-regular"/>
              </a:rPr>
              <a:t># Printing dictionary</a:t>
            </a:r>
            <a:r>
              <a:rPr lang="en-US" sz="2400" b="0" i="0" dirty="0">
                <a:solidFill>
                  <a:srgbClr val="000000"/>
                </a:solidFill>
                <a:effectLst/>
                <a:latin typeface="inter-regular"/>
              </a:rPr>
              <a:t>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 (d)  </a:t>
            </a:r>
          </a:p>
          <a:p>
            <a:pPr algn="just"/>
            <a:r>
              <a:rPr lang="en-US" sz="2400" b="0" i="0" dirty="0">
                <a:solidFill>
                  <a:srgbClr val="008200"/>
                </a:solidFill>
                <a:effectLst/>
                <a:latin typeface="inter-regular"/>
              </a:rPr>
              <a:t># </a:t>
            </a:r>
            <a:r>
              <a:rPr lang="en-US" sz="2400" b="0" i="0" dirty="0" err="1">
                <a:solidFill>
                  <a:srgbClr val="008200"/>
                </a:solidFill>
                <a:effectLst/>
                <a:latin typeface="inter-regular"/>
              </a:rPr>
              <a:t>Accesing</a:t>
            </a:r>
            <a:r>
              <a:rPr lang="en-US" sz="2400" b="0" i="0" dirty="0">
                <a:solidFill>
                  <a:srgbClr val="008200"/>
                </a:solidFill>
                <a:effectLst/>
                <a:latin typeface="inter-regular"/>
              </a:rPr>
              <a:t> value using keys</a:t>
            </a:r>
            <a:r>
              <a:rPr lang="en-US" sz="2400" b="0" i="0" dirty="0">
                <a:solidFill>
                  <a:srgbClr val="000000"/>
                </a:solidFill>
                <a:effectLst/>
                <a:latin typeface="inter-regular"/>
              </a:rPr>
              <a:t>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a:t>
            </a:r>
            <a:r>
              <a:rPr lang="en-US" sz="2400" b="0" i="0" dirty="0">
                <a:solidFill>
                  <a:srgbClr val="0000FF"/>
                </a:solidFill>
                <a:effectLst/>
                <a:latin typeface="inter-regular"/>
              </a:rPr>
              <a:t>"1st name is "</a:t>
            </a:r>
            <a:r>
              <a:rPr lang="en-US" sz="2400" b="0" i="0" dirty="0">
                <a:solidFill>
                  <a:srgbClr val="000000"/>
                </a:solidFill>
                <a:effectLst/>
                <a:latin typeface="inter-regular"/>
              </a:rPr>
              <a:t>+d[1])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a:t>
            </a:r>
            <a:r>
              <a:rPr lang="en-US" sz="2400" b="0" i="0" dirty="0">
                <a:solidFill>
                  <a:srgbClr val="0000FF"/>
                </a:solidFill>
                <a:effectLst/>
                <a:latin typeface="inter-regular"/>
              </a:rPr>
              <a:t>"2nd name is "</a:t>
            </a:r>
            <a:r>
              <a:rPr lang="en-US" sz="2400" b="0" i="0" dirty="0">
                <a:solidFill>
                  <a:srgbClr val="000000"/>
                </a:solidFill>
                <a:effectLst/>
                <a:latin typeface="inter-regular"/>
              </a:rPr>
              <a:t>+ d[4])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 (</a:t>
            </a:r>
            <a:r>
              <a:rPr lang="en-US" sz="2400" b="0" i="0" dirty="0" err="1">
                <a:solidFill>
                  <a:srgbClr val="000000"/>
                </a:solidFill>
                <a:effectLst/>
                <a:latin typeface="inter-regular"/>
              </a:rPr>
              <a:t>d.keys</a:t>
            </a:r>
            <a:r>
              <a:rPr lang="en-US" sz="2400" b="0" i="0" dirty="0">
                <a:solidFill>
                  <a:srgbClr val="000000"/>
                </a:solidFill>
                <a:effectLst/>
                <a:latin typeface="inter-regular"/>
              </a:rPr>
              <a:t>())    </a:t>
            </a:r>
          </a:p>
          <a:p>
            <a:pPr algn="just"/>
            <a:r>
              <a:rPr lang="en-US" sz="2400" b="1" i="0" dirty="0">
                <a:solidFill>
                  <a:srgbClr val="006699"/>
                </a:solidFill>
                <a:effectLst/>
                <a:latin typeface="inter-regular"/>
              </a:rPr>
              <a:t>print</a:t>
            </a:r>
            <a:r>
              <a:rPr lang="en-US" sz="2400" b="0" i="0" dirty="0">
                <a:solidFill>
                  <a:srgbClr val="000000"/>
                </a:solidFill>
                <a:effectLst/>
                <a:latin typeface="inter-regular"/>
              </a:rPr>
              <a:t> (</a:t>
            </a:r>
            <a:r>
              <a:rPr lang="en-US" sz="2400" b="0" i="0" dirty="0" err="1">
                <a:solidFill>
                  <a:srgbClr val="000000"/>
                </a:solidFill>
                <a:effectLst/>
                <a:latin typeface="inter-regular"/>
              </a:rPr>
              <a:t>d.values</a:t>
            </a:r>
            <a:r>
              <a:rPr lang="en-US" sz="2400" b="0" i="0" dirty="0">
                <a:solidFill>
                  <a:srgbClr val="000000"/>
                </a:solidFill>
                <a:effectLst/>
                <a:latin typeface="inter-regular"/>
              </a:rPr>
              <a:t>())  </a:t>
            </a:r>
          </a:p>
        </p:txBody>
      </p:sp>
    </p:spTree>
    <p:extLst>
      <p:ext uri="{BB962C8B-B14F-4D97-AF65-F5344CB8AC3E}">
        <p14:creationId xmlns:p14="http://schemas.microsoft.com/office/powerpoint/2010/main" val="1808586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B5CD07-7DAC-A133-429B-A348D3288497}"/>
              </a:ext>
            </a:extLst>
          </p:cNvPr>
          <p:cNvSpPr txBox="1"/>
          <p:nvPr/>
        </p:nvSpPr>
        <p:spPr>
          <a:xfrm>
            <a:off x="1775791" y="650221"/>
            <a:ext cx="2213113" cy="646331"/>
          </a:xfrm>
          <a:prstGeom prst="rect">
            <a:avLst/>
          </a:prstGeom>
          <a:noFill/>
        </p:spPr>
        <p:txBody>
          <a:bodyPr wrap="square">
            <a:spAutoFit/>
          </a:bodyPr>
          <a:lstStyle/>
          <a:p>
            <a:pPr algn="just"/>
            <a:r>
              <a:rPr lang="en-US" sz="3600" b="1" i="0" dirty="0">
                <a:solidFill>
                  <a:srgbClr val="00B0F0"/>
                </a:solidFill>
                <a:effectLst/>
                <a:latin typeface="erdana"/>
              </a:rPr>
              <a:t>Boolean</a:t>
            </a:r>
          </a:p>
        </p:txBody>
      </p:sp>
      <p:sp>
        <p:nvSpPr>
          <p:cNvPr id="5" name="TextBox 4">
            <a:extLst>
              <a:ext uri="{FF2B5EF4-FFF2-40B4-BE49-F238E27FC236}">
                <a16:creationId xmlns:a16="http://schemas.microsoft.com/office/drawing/2014/main" id="{2C7D912F-CF77-691B-A6F5-E00AE65CD197}"/>
              </a:ext>
            </a:extLst>
          </p:cNvPr>
          <p:cNvSpPr txBox="1"/>
          <p:nvPr/>
        </p:nvSpPr>
        <p:spPr>
          <a:xfrm>
            <a:off x="1179443" y="1475747"/>
            <a:ext cx="9369287" cy="1569660"/>
          </a:xfrm>
          <a:prstGeom prst="rect">
            <a:avLst/>
          </a:prstGeom>
          <a:noFill/>
        </p:spPr>
        <p:txBody>
          <a:bodyPr wrap="square">
            <a:spAutoFit/>
          </a:bodyPr>
          <a:lstStyle/>
          <a:p>
            <a:pPr algn="just"/>
            <a:r>
              <a:rPr lang="en-US" sz="2400" b="0" i="0" dirty="0">
                <a:solidFill>
                  <a:srgbClr val="333333"/>
                </a:solidFill>
                <a:effectLst/>
                <a:latin typeface="inter-regular"/>
              </a:rPr>
              <a:t>True and False are the two default values for the Boolean type. These qualities are utilized to decide the given assertion valid or misleading. The class book indicates this. False can be represented by the 0 or the letter "F," while true can be represented by any value that is not zero.</a:t>
            </a:r>
          </a:p>
        </p:txBody>
      </p:sp>
      <p:sp>
        <p:nvSpPr>
          <p:cNvPr id="7" name="TextBox 6">
            <a:extLst>
              <a:ext uri="{FF2B5EF4-FFF2-40B4-BE49-F238E27FC236}">
                <a16:creationId xmlns:a16="http://schemas.microsoft.com/office/drawing/2014/main" id="{EBCC9963-8543-72CF-2575-E45EDB788C3D}"/>
              </a:ext>
            </a:extLst>
          </p:cNvPr>
          <p:cNvSpPr txBox="1"/>
          <p:nvPr/>
        </p:nvSpPr>
        <p:spPr>
          <a:xfrm>
            <a:off x="1775791" y="3680288"/>
            <a:ext cx="8150087" cy="2062103"/>
          </a:xfrm>
          <a:prstGeom prst="rect">
            <a:avLst/>
          </a:prstGeom>
          <a:noFill/>
        </p:spPr>
        <p:txBody>
          <a:bodyPr wrap="square">
            <a:spAutoFit/>
          </a:bodyPr>
          <a:lstStyle/>
          <a:p>
            <a:pPr algn="just"/>
            <a:r>
              <a:rPr lang="en-US" sz="3200" b="0" i="0" dirty="0">
                <a:solidFill>
                  <a:srgbClr val="008200"/>
                </a:solidFill>
                <a:effectLst/>
                <a:latin typeface="inter-regular"/>
              </a:rPr>
              <a:t># Python program to check the </a:t>
            </a:r>
            <a:r>
              <a:rPr lang="en-US" sz="3200" b="0" i="0" dirty="0" err="1">
                <a:solidFill>
                  <a:srgbClr val="008200"/>
                </a:solidFill>
                <a:effectLst/>
                <a:latin typeface="inter-regular"/>
              </a:rPr>
              <a:t>boolean</a:t>
            </a:r>
            <a:r>
              <a:rPr lang="en-US" sz="3200" b="0" i="0" dirty="0">
                <a:solidFill>
                  <a:srgbClr val="008200"/>
                </a:solidFill>
                <a:effectLst/>
                <a:latin typeface="inter-regular"/>
              </a:rPr>
              <a:t> type</a:t>
            </a:r>
            <a:r>
              <a:rPr lang="en-US" sz="3200" b="0" i="0" dirty="0">
                <a:solidFill>
                  <a:srgbClr val="000000"/>
                </a:solidFill>
                <a:effectLst/>
                <a:latin typeface="inter-regular"/>
              </a:rPr>
              <a:t>  </a:t>
            </a:r>
          </a:p>
          <a:p>
            <a:pPr algn="just"/>
            <a:r>
              <a:rPr lang="en-US" sz="3200" b="1" i="0" dirty="0">
                <a:solidFill>
                  <a:srgbClr val="006699"/>
                </a:solidFill>
                <a:effectLst/>
                <a:latin typeface="inter-regular"/>
              </a:rPr>
              <a:t>print</a:t>
            </a:r>
            <a:r>
              <a:rPr lang="en-US" sz="3200" b="0" i="0" dirty="0">
                <a:solidFill>
                  <a:srgbClr val="000000"/>
                </a:solidFill>
                <a:effectLst/>
                <a:latin typeface="inter-regular"/>
              </a:rPr>
              <a:t>(type(True))  </a:t>
            </a:r>
          </a:p>
          <a:p>
            <a:pPr algn="just"/>
            <a:r>
              <a:rPr lang="en-US" sz="3200" b="1" i="0" dirty="0">
                <a:solidFill>
                  <a:srgbClr val="006699"/>
                </a:solidFill>
                <a:effectLst/>
                <a:latin typeface="inter-regular"/>
              </a:rPr>
              <a:t>print</a:t>
            </a:r>
            <a:r>
              <a:rPr lang="en-US" sz="3200" b="0" i="0" dirty="0">
                <a:solidFill>
                  <a:srgbClr val="000000"/>
                </a:solidFill>
                <a:effectLst/>
                <a:latin typeface="inter-regular"/>
              </a:rPr>
              <a:t>(type(False))  </a:t>
            </a:r>
          </a:p>
          <a:p>
            <a:pPr algn="just"/>
            <a:r>
              <a:rPr lang="en-US" sz="3200" b="1" i="0" dirty="0">
                <a:solidFill>
                  <a:srgbClr val="006699"/>
                </a:solidFill>
                <a:effectLst/>
                <a:latin typeface="inter-regular"/>
              </a:rPr>
              <a:t>print</a:t>
            </a:r>
            <a:r>
              <a:rPr lang="en-US" sz="3200" b="0" i="0" dirty="0">
                <a:solidFill>
                  <a:srgbClr val="000000"/>
                </a:solidFill>
                <a:effectLst/>
                <a:latin typeface="inter-regular"/>
              </a:rPr>
              <a:t>(false)  </a:t>
            </a:r>
            <a:r>
              <a:rPr lang="en-US" sz="3200" b="0" i="0" dirty="0">
                <a:solidFill>
                  <a:srgbClr val="008200"/>
                </a:solidFill>
                <a:effectLst/>
                <a:latin typeface="inter-regular"/>
              </a:rPr>
              <a:t>#Th</a:t>
            </a:r>
            <a:r>
              <a:rPr lang="en-US" sz="3200" dirty="0">
                <a:solidFill>
                  <a:srgbClr val="008200"/>
                </a:solidFill>
                <a:latin typeface="inter-regular"/>
              </a:rPr>
              <a:t>is will show error</a:t>
            </a:r>
          </a:p>
        </p:txBody>
      </p:sp>
    </p:spTree>
    <p:extLst>
      <p:ext uri="{BB962C8B-B14F-4D97-AF65-F5344CB8AC3E}">
        <p14:creationId xmlns:p14="http://schemas.microsoft.com/office/powerpoint/2010/main" val="377426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1975</Words>
  <Application>Microsoft Office PowerPoint</Application>
  <PresentationFormat>Widescreen</PresentationFormat>
  <Paragraphs>178</Paragraphs>
  <Slides>23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23</vt:i4>
      </vt:variant>
    </vt:vector>
  </HeadingPairs>
  <TitlesOfParts>
    <vt:vector size="37" baseType="lpstr">
      <vt:lpstr>Aptos</vt:lpstr>
      <vt:lpstr>Aptos Display</vt:lpstr>
      <vt:lpstr>Arial</vt:lpstr>
      <vt:lpstr>Arial Unicode MS</vt:lpstr>
      <vt:lpstr>Consolas</vt:lpstr>
      <vt:lpstr>erdana</vt:lpstr>
      <vt:lpstr>inter-bold</vt:lpstr>
      <vt:lpstr>inter-regular</vt:lpstr>
      <vt:lpstr>Segoe UI</vt:lpstr>
      <vt:lpstr>Söhne</vt:lpstr>
      <vt:lpstr>Söhne Mono</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Ashfaque Ali</dc:creator>
  <cp:lastModifiedBy>Ashfaque Ali (2K21-IT-41)</cp:lastModifiedBy>
  <cp:revision>2</cp:revision>
  <dcterms:created xsi:type="dcterms:W3CDTF">2024-03-01T10:44:54Z</dcterms:created>
  <dcterms:modified xsi:type="dcterms:W3CDTF">2026-04-11T08:35:56Z</dcterms:modified>
</cp:coreProperties>
</file>