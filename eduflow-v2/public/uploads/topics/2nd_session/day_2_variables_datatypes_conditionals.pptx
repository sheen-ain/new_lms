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Quattrocento Sans" panose="020B0604020202020204" charset="0"/>
      <p:regular r:id="rId21"/>
    </p:embeddedFont>
    <p:embeddedFont>
      <p:font typeface="Sorts Mill Goudy" panose="020B0604020202020204" charset="0"/>
      <p:regular r:id="rId22"/>
    </p:embeddedFont>
    <p:embeddedFont>
      <p:font typeface="Liter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5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09321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6d98fbae2aa7ed4ac220caa60944026a6ce77abf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7865" b="786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90000"/>
                </a:srgbClr>
              </a:gs>
              <a:gs pos="50000">
                <a:srgbClr val="8B5CF6">
                  <a:alpha val="80000"/>
                </a:srgbClr>
              </a:gs>
              <a:gs pos="100000">
                <a:srgbClr val="1E293B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334000" y="1428750"/>
            <a:ext cx="1524000" cy="1219200"/>
          </a:xfrm>
          <a:custGeom>
            <a:avLst/>
            <a:gdLst/>
            <a:ahLst/>
            <a:cxnLst/>
            <a:rect l="l" t="t" r="r" b="b"/>
            <a:pathLst>
              <a:path w="1524000" h="1219200">
                <a:moveTo>
                  <a:pt x="762000" y="248841"/>
                </a:moveTo>
                <a:cubicBezTo>
                  <a:pt x="1170146" y="248841"/>
                  <a:pt x="1483995" y="420767"/>
                  <a:pt x="1483995" y="609600"/>
                </a:cubicBezTo>
                <a:cubicBezTo>
                  <a:pt x="1483995" y="798433"/>
                  <a:pt x="1169908" y="970359"/>
                  <a:pt x="762000" y="970359"/>
                </a:cubicBezTo>
                <a:cubicBezTo>
                  <a:pt x="353854" y="970359"/>
                  <a:pt x="40005" y="798433"/>
                  <a:pt x="40005" y="609600"/>
                </a:cubicBezTo>
                <a:cubicBezTo>
                  <a:pt x="40005" y="420767"/>
                  <a:pt x="354092" y="248841"/>
                  <a:pt x="762000" y="248841"/>
                </a:cubicBezTo>
                <a:close/>
                <a:moveTo>
                  <a:pt x="762000" y="208836"/>
                </a:moveTo>
                <a:cubicBezTo>
                  <a:pt x="341233" y="208836"/>
                  <a:pt x="0" y="388144"/>
                  <a:pt x="0" y="609600"/>
                </a:cubicBezTo>
                <a:cubicBezTo>
                  <a:pt x="0" y="831056"/>
                  <a:pt x="341233" y="1010364"/>
                  <a:pt x="762000" y="1010364"/>
                </a:cubicBezTo>
                <a:cubicBezTo>
                  <a:pt x="1182767" y="1010364"/>
                  <a:pt x="1524000" y="831056"/>
                  <a:pt x="1524000" y="609600"/>
                </a:cubicBezTo>
                <a:cubicBezTo>
                  <a:pt x="1524000" y="388144"/>
                  <a:pt x="1182767" y="208836"/>
                  <a:pt x="762000" y="208836"/>
                </a:cubicBezTo>
                <a:close/>
                <a:moveTo>
                  <a:pt x="519589" y="577453"/>
                </a:moveTo>
                <a:cubicBezTo>
                  <a:pt x="500777" y="673894"/>
                  <a:pt x="434340" y="663893"/>
                  <a:pt x="352663" y="663893"/>
                </a:cubicBezTo>
                <a:lnTo>
                  <a:pt x="385286" y="495776"/>
                </a:lnTo>
                <a:cubicBezTo>
                  <a:pt x="475774" y="495776"/>
                  <a:pt x="537210" y="486013"/>
                  <a:pt x="519589" y="577453"/>
                </a:cubicBezTo>
                <a:close/>
                <a:moveTo>
                  <a:pt x="231934" y="834152"/>
                </a:moveTo>
                <a:lnTo>
                  <a:pt x="319326" y="834152"/>
                </a:lnTo>
                <a:lnTo>
                  <a:pt x="340043" y="727472"/>
                </a:lnTo>
                <a:cubicBezTo>
                  <a:pt x="437912" y="727472"/>
                  <a:pt x="498634" y="734616"/>
                  <a:pt x="554831" y="681990"/>
                </a:cubicBezTo>
                <a:cubicBezTo>
                  <a:pt x="616982" y="624840"/>
                  <a:pt x="633174" y="523161"/>
                  <a:pt x="588883" y="472202"/>
                </a:cubicBezTo>
                <a:cubicBezTo>
                  <a:pt x="565785" y="445532"/>
                  <a:pt x="528638" y="432435"/>
                  <a:pt x="478155" y="432435"/>
                </a:cubicBezTo>
                <a:lnTo>
                  <a:pt x="309801" y="432435"/>
                </a:lnTo>
                <a:lnTo>
                  <a:pt x="231934" y="834152"/>
                </a:lnTo>
                <a:close/>
                <a:moveTo>
                  <a:pt x="674132" y="325517"/>
                </a:moveTo>
                <a:lnTo>
                  <a:pt x="761048" y="325517"/>
                </a:lnTo>
                <a:lnTo>
                  <a:pt x="740331" y="432197"/>
                </a:lnTo>
                <a:cubicBezTo>
                  <a:pt x="815340" y="432197"/>
                  <a:pt x="884873" y="426720"/>
                  <a:pt x="918448" y="457676"/>
                </a:cubicBezTo>
                <a:cubicBezTo>
                  <a:pt x="953691" y="490061"/>
                  <a:pt x="936784" y="531495"/>
                  <a:pt x="898684" y="726996"/>
                </a:cubicBezTo>
                <a:lnTo>
                  <a:pt x="810578" y="726996"/>
                </a:lnTo>
                <a:cubicBezTo>
                  <a:pt x="847249" y="537924"/>
                  <a:pt x="854154" y="522208"/>
                  <a:pt x="840819" y="507921"/>
                </a:cubicBezTo>
                <a:cubicBezTo>
                  <a:pt x="827961" y="494109"/>
                  <a:pt x="798671" y="496967"/>
                  <a:pt x="727948" y="496967"/>
                </a:cubicBezTo>
                <a:lnTo>
                  <a:pt x="683181" y="726996"/>
                </a:lnTo>
                <a:lnTo>
                  <a:pt x="596265" y="726996"/>
                </a:lnTo>
                <a:lnTo>
                  <a:pt x="674132" y="325517"/>
                </a:lnTo>
                <a:close/>
                <a:moveTo>
                  <a:pt x="1202531" y="577453"/>
                </a:moveTo>
                <a:cubicBezTo>
                  <a:pt x="1183481" y="675323"/>
                  <a:pt x="1115139" y="663893"/>
                  <a:pt x="1035606" y="663893"/>
                </a:cubicBezTo>
                <a:lnTo>
                  <a:pt x="1068229" y="495776"/>
                </a:lnTo>
                <a:cubicBezTo>
                  <a:pt x="1159193" y="495776"/>
                  <a:pt x="1220152" y="486013"/>
                  <a:pt x="1202531" y="577453"/>
                </a:cubicBezTo>
                <a:close/>
                <a:moveTo>
                  <a:pt x="914876" y="834152"/>
                </a:moveTo>
                <a:lnTo>
                  <a:pt x="1002506" y="834152"/>
                </a:lnTo>
                <a:lnTo>
                  <a:pt x="1023223" y="727472"/>
                </a:lnTo>
                <a:cubicBezTo>
                  <a:pt x="1126093" y="727472"/>
                  <a:pt x="1183005" y="733425"/>
                  <a:pt x="1238012" y="681990"/>
                </a:cubicBezTo>
                <a:cubicBezTo>
                  <a:pt x="1300163" y="624840"/>
                  <a:pt x="1316355" y="523161"/>
                  <a:pt x="1272064" y="472202"/>
                </a:cubicBezTo>
                <a:cubicBezTo>
                  <a:pt x="1248966" y="445532"/>
                  <a:pt x="1211818" y="432435"/>
                  <a:pt x="1161336" y="432435"/>
                </a:cubicBezTo>
                <a:lnTo>
                  <a:pt x="992981" y="432435"/>
                </a:lnTo>
                <a:lnTo>
                  <a:pt x="914876" y="83415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2247900" y="3181350"/>
            <a:ext cx="769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PHP Basics for Beginners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0" y="409575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19050" y="0"/>
                </a:moveTo>
                <a:lnTo>
                  <a:pt x="1200150" y="0"/>
                </a:lnTo>
                <a:cubicBezTo>
                  <a:pt x="1210664" y="0"/>
                  <a:pt x="1219200" y="8536"/>
                  <a:pt x="1219200" y="19050"/>
                </a:cubicBezTo>
                <a:lnTo>
                  <a:pt x="1219200" y="19050"/>
                </a:lnTo>
                <a:cubicBezTo>
                  <a:pt x="1219200" y="29564"/>
                  <a:pt x="1210664" y="38100"/>
                  <a:pt x="12001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FFFFFF">
              <a:alpha val="50196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3481487" y="4362450"/>
            <a:ext cx="52292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FFFFFF">
                    <a:alpha val="9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Learn Variables, Data Types &amp; Conditions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469706" y="5162550"/>
            <a:ext cx="3686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 smtClean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Instructor: </a:t>
            </a:r>
            <a:r>
              <a:rPr lang="en-US" sz="1500" b="1" dirty="0" err="1" smtClean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Shariq</a:t>
            </a:r>
            <a:r>
              <a:rPr lang="en-US" sz="1500" b="1" dirty="0" smtClean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Ali</a:t>
            </a:r>
            <a:endParaRPr lang="en-US" sz="1600" b="1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What You Will Learn Today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9525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19050" y="0"/>
                </a:moveTo>
                <a:lnTo>
                  <a:pt x="895350" y="0"/>
                </a:lnTo>
                <a:cubicBezTo>
                  <a:pt x="905864" y="0"/>
                  <a:pt x="914400" y="8536"/>
                  <a:pt x="914400" y="19050"/>
                </a:cubicBezTo>
                <a:lnTo>
                  <a:pt x="914400" y="19050"/>
                </a:lnTo>
                <a:cubicBezTo>
                  <a:pt x="914400" y="29564"/>
                  <a:pt x="905864" y="38100"/>
                  <a:pt x="8953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400050" y="1295400"/>
            <a:ext cx="5543550" cy="1524000"/>
          </a:xfrm>
          <a:custGeom>
            <a:avLst/>
            <a:gdLst/>
            <a:ahLst/>
            <a:cxnLst/>
            <a:rect l="l" t="t" r="r" b="b"/>
            <a:pathLst>
              <a:path w="5543550" h="1524000">
                <a:moveTo>
                  <a:pt x="38100" y="0"/>
                </a:moveTo>
                <a:lnTo>
                  <a:pt x="5391150" y="0"/>
                </a:lnTo>
                <a:cubicBezTo>
                  <a:pt x="5475262" y="0"/>
                  <a:pt x="5543550" y="68288"/>
                  <a:pt x="5543550" y="152400"/>
                </a:cubicBezTo>
                <a:lnTo>
                  <a:pt x="5543550" y="1371600"/>
                </a:lnTo>
                <a:cubicBezTo>
                  <a:pt x="5543550" y="1455712"/>
                  <a:pt x="5475262" y="1524000"/>
                  <a:pt x="5391150" y="1524000"/>
                </a:cubicBez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10000"/>
                </a:srgbClr>
              </a:gs>
              <a:gs pos="100000">
                <a:srgbClr val="3B82F6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400050" y="1295400"/>
            <a:ext cx="38100" cy="1524000"/>
          </a:xfrm>
          <a:custGeom>
            <a:avLst/>
            <a:gdLst/>
            <a:ahLst/>
            <a:cxnLst/>
            <a:rect l="l" t="t" r="r" b="b"/>
            <a:pathLst>
              <a:path w="38100" h="1524000">
                <a:moveTo>
                  <a:pt x="38100" y="0"/>
                </a:moveTo>
                <a:lnTo>
                  <a:pt x="38100" y="0"/>
                </a:lnTo>
                <a:lnTo>
                  <a:pt x="38100" y="1524000"/>
                </a:ln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647700" y="16764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14300" y="0"/>
                </a:moveTo>
                <a:lnTo>
                  <a:pt x="647700" y="0"/>
                </a:lnTo>
                <a:cubicBezTo>
                  <a:pt x="710784" y="0"/>
                  <a:pt x="762000" y="51216"/>
                  <a:pt x="762000" y="114300"/>
                </a:cubicBezTo>
                <a:lnTo>
                  <a:pt x="762000" y="647700"/>
                </a:lnTo>
                <a:cubicBezTo>
                  <a:pt x="762000" y="710784"/>
                  <a:pt x="710784" y="762000"/>
                  <a:pt x="6477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878681" y="1885950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247397" y="85725"/>
                </a:moveTo>
                <a:lnTo>
                  <a:pt x="224425" y="53578"/>
                </a:lnTo>
                <a:lnTo>
                  <a:pt x="75679" y="53578"/>
                </a:lnTo>
                <a:lnTo>
                  <a:pt x="52707" y="85725"/>
                </a:lnTo>
                <a:lnTo>
                  <a:pt x="247397" y="85725"/>
                </a:lnTo>
                <a:close/>
                <a:moveTo>
                  <a:pt x="0" y="99454"/>
                </a:moveTo>
                <a:cubicBezTo>
                  <a:pt x="0" y="90547"/>
                  <a:pt x="2813" y="81841"/>
                  <a:pt x="7970" y="74541"/>
                </a:cubicBezTo>
                <a:lnTo>
                  <a:pt x="40786" y="28664"/>
                </a:lnTo>
                <a:cubicBezTo>
                  <a:pt x="48823" y="17413"/>
                  <a:pt x="61816" y="10716"/>
                  <a:pt x="75612" y="10716"/>
                </a:cubicBezTo>
                <a:lnTo>
                  <a:pt x="224358" y="10716"/>
                </a:lnTo>
                <a:cubicBezTo>
                  <a:pt x="238222" y="10716"/>
                  <a:pt x="251214" y="17413"/>
                  <a:pt x="259251" y="28664"/>
                </a:cubicBezTo>
                <a:lnTo>
                  <a:pt x="292001" y="74541"/>
                </a:lnTo>
                <a:cubicBezTo>
                  <a:pt x="297225" y="81841"/>
                  <a:pt x="299971" y="90547"/>
                  <a:pt x="299971" y="99454"/>
                </a:cubicBezTo>
                <a:lnTo>
                  <a:pt x="300038" y="278606"/>
                </a:lnTo>
                <a:cubicBezTo>
                  <a:pt x="300038" y="302248"/>
                  <a:pt x="280816" y="321469"/>
                  <a:pt x="257175" y="321469"/>
                </a:cubicBezTo>
                <a:lnTo>
                  <a:pt x="42863" y="321469"/>
                </a:lnTo>
                <a:cubicBezTo>
                  <a:pt x="19221" y="321469"/>
                  <a:pt x="0" y="302248"/>
                  <a:pt x="0" y="278606"/>
                </a:cubicBezTo>
                <a:lnTo>
                  <a:pt x="0" y="9945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600200" y="1733550"/>
            <a:ext cx="2066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PHP Variables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600200" y="2114550"/>
            <a:ext cx="2038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How to store and use data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67450" y="1295400"/>
            <a:ext cx="5543550" cy="1524000"/>
          </a:xfrm>
          <a:custGeom>
            <a:avLst/>
            <a:gdLst/>
            <a:ahLst/>
            <a:cxnLst/>
            <a:rect l="l" t="t" r="r" b="b"/>
            <a:pathLst>
              <a:path w="5543550" h="1524000">
                <a:moveTo>
                  <a:pt x="38100" y="0"/>
                </a:moveTo>
                <a:lnTo>
                  <a:pt x="5391150" y="0"/>
                </a:lnTo>
                <a:cubicBezTo>
                  <a:pt x="5475262" y="0"/>
                  <a:pt x="5543550" y="68288"/>
                  <a:pt x="5543550" y="152400"/>
                </a:cubicBezTo>
                <a:lnTo>
                  <a:pt x="5543550" y="1371600"/>
                </a:lnTo>
                <a:cubicBezTo>
                  <a:pt x="5543550" y="1455712"/>
                  <a:pt x="5475262" y="1524000"/>
                  <a:pt x="5391150" y="1524000"/>
                </a:cubicBez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8B5CF6">
                  <a:alpha val="10000"/>
                </a:srgbClr>
              </a:gs>
              <a:gs pos="100000">
                <a:srgbClr val="8B5CF6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11" name="Shape 9"/>
          <p:cNvSpPr/>
          <p:nvPr/>
        </p:nvSpPr>
        <p:spPr>
          <a:xfrm>
            <a:off x="6267450" y="1295400"/>
            <a:ext cx="38100" cy="1524000"/>
          </a:xfrm>
          <a:custGeom>
            <a:avLst/>
            <a:gdLst/>
            <a:ahLst/>
            <a:cxnLst/>
            <a:rect l="l" t="t" r="r" b="b"/>
            <a:pathLst>
              <a:path w="38100" h="1524000">
                <a:moveTo>
                  <a:pt x="38100" y="0"/>
                </a:moveTo>
                <a:lnTo>
                  <a:pt x="38100" y="0"/>
                </a:lnTo>
                <a:lnTo>
                  <a:pt x="38100" y="1524000"/>
                </a:ln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12" name="Shape 10"/>
          <p:cNvSpPr/>
          <p:nvPr/>
        </p:nvSpPr>
        <p:spPr>
          <a:xfrm>
            <a:off x="6515100" y="16764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14300" y="0"/>
                </a:moveTo>
                <a:lnTo>
                  <a:pt x="647700" y="0"/>
                </a:lnTo>
                <a:cubicBezTo>
                  <a:pt x="710784" y="0"/>
                  <a:pt x="762000" y="51216"/>
                  <a:pt x="762000" y="114300"/>
                </a:cubicBezTo>
                <a:lnTo>
                  <a:pt x="762000" y="647700"/>
                </a:lnTo>
                <a:cubicBezTo>
                  <a:pt x="762000" y="710784"/>
                  <a:pt x="710784" y="762000"/>
                  <a:pt x="6477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13" name="Shape 11"/>
          <p:cNvSpPr/>
          <p:nvPr/>
        </p:nvSpPr>
        <p:spPr>
          <a:xfrm>
            <a:off x="6746081" y="1885950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300038" y="137830"/>
                </a:moveTo>
                <a:cubicBezTo>
                  <a:pt x="290126" y="144393"/>
                  <a:pt x="278740" y="149684"/>
                  <a:pt x="266886" y="153903"/>
                </a:cubicBezTo>
                <a:cubicBezTo>
                  <a:pt x="235409" y="165155"/>
                  <a:pt x="194087" y="171450"/>
                  <a:pt x="150019" y="171450"/>
                </a:cubicBezTo>
                <a:cubicBezTo>
                  <a:pt x="105951" y="171450"/>
                  <a:pt x="64562" y="165088"/>
                  <a:pt x="33151" y="153903"/>
                </a:cubicBezTo>
                <a:cubicBezTo>
                  <a:pt x="21364" y="149684"/>
                  <a:pt x="9912" y="144393"/>
                  <a:pt x="0" y="137830"/>
                </a:cubicBezTo>
                <a:lnTo>
                  <a:pt x="0" y="192881"/>
                </a:lnTo>
                <a:cubicBezTo>
                  <a:pt x="0" y="222483"/>
                  <a:pt x="67174" y="246459"/>
                  <a:pt x="150019" y="246459"/>
                </a:cubicBezTo>
                <a:cubicBezTo>
                  <a:pt x="232864" y="246459"/>
                  <a:pt x="300038" y="222483"/>
                  <a:pt x="300038" y="192881"/>
                </a:cubicBezTo>
                <a:lnTo>
                  <a:pt x="300038" y="137830"/>
                </a:lnTo>
                <a:close/>
                <a:moveTo>
                  <a:pt x="300038" y="85725"/>
                </a:moveTo>
                <a:lnTo>
                  <a:pt x="300038" y="53578"/>
                </a:lnTo>
                <a:cubicBezTo>
                  <a:pt x="300038" y="23976"/>
                  <a:pt x="232864" y="0"/>
                  <a:pt x="150019" y="0"/>
                </a:cubicBezTo>
                <a:cubicBezTo>
                  <a:pt x="67174" y="0"/>
                  <a:pt x="0" y="23976"/>
                  <a:pt x="0" y="53578"/>
                </a:cubicBezTo>
                <a:lnTo>
                  <a:pt x="0" y="85725"/>
                </a:lnTo>
                <a:cubicBezTo>
                  <a:pt x="0" y="115327"/>
                  <a:pt x="67174" y="139303"/>
                  <a:pt x="150019" y="139303"/>
                </a:cubicBezTo>
                <a:cubicBezTo>
                  <a:pt x="232864" y="139303"/>
                  <a:pt x="300038" y="115327"/>
                  <a:pt x="300038" y="85725"/>
                </a:cubicBezTo>
                <a:close/>
                <a:moveTo>
                  <a:pt x="266886" y="261059"/>
                </a:moveTo>
                <a:cubicBezTo>
                  <a:pt x="235476" y="272244"/>
                  <a:pt x="194154" y="278606"/>
                  <a:pt x="150019" y="278606"/>
                </a:cubicBezTo>
                <a:cubicBezTo>
                  <a:pt x="105884" y="278606"/>
                  <a:pt x="64562" y="272244"/>
                  <a:pt x="33151" y="261059"/>
                </a:cubicBezTo>
                <a:cubicBezTo>
                  <a:pt x="21364" y="256840"/>
                  <a:pt x="9912" y="251549"/>
                  <a:pt x="0" y="244986"/>
                </a:cubicBezTo>
                <a:lnTo>
                  <a:pt x="0" y="289322"/>
                </a:lnTo>
                <a:cubicBezTo>
                  <a:pt x="0" y="318924"/>
                  <a:pt x="67174" y="342900"/>
                  <a:pt x="150019" y="342900"/>
                </a:cubicBezTo>
                <a:cubicBezTo>
                  <a:pt x="232864" y="342900"/>
                  <a:pt x="300038" y="318924"/>
                  <a:pt x="300038" y="289322"/>
                </a:cubicBezTo>
                <a:lnTo>
                  <a:pt x="300038" y="244986"/>
                </a:lnTo>
                <a:cubicBezTo>
                  <a:pt x="290126" y="251549"/>
                  <a:pt x="278740" y="256840"/>
                  <a:pt x="266886" y="261059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467600" y="1733550"/>
            <a:ext cx="22669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Data Types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467600" y="2114550"/>
            <a:ext cx="2238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String, Integer, Float, Boolean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00050" y="3124200"/>
            <a:ext cx="5543550" cy="1524000"/>
          </a:xfrm>
          <a:custGeom>
            <a:avLst/>
            <a:gdLst/>
            <a:ahLst/>
            <a:cxnLst/>
            <a:rect l="l" t="t" r="r" b="b"/>
            <a:pathLst>
              <a:path w="5543550" h="1524000">
                <a:moveTo>
                  <a:pt x="38100" y="0"/>
                </a:moveTo>
                <a:lnTo>
                  <a:pt x="5391150" y="0"/>
                </a:lnTo>
                <a:cubicBezTo>
                  <a:pt x="5475262" y="0"/>
                  <a:pt x="5543550" y="68288"/>
                  <a:pt x="5543550" y="152400"/>
                </a:cubicBezTo>
                <a:lnTo>
                  <a:pt x="5543550" y="1371600"/>
                </a:lnTo>
                <a:cubicBezTo>
                  <a:pt x="5543550" y="1455712"/>
                  <a:pt x="5475262" y="1524000"/>
                  <a:pt x="5391150" y="1524000"/>
                </a:cubicBez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2C55E">
                  <a:alpha val="10000"/>
                </a:srgbClr>
              </a:gs>
              <a:gs pos="100000">
                <a:srgbClr val="22C55E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17" name="Shape 15"/>
          <p:cNvSpPr/>
          <p:nvPr/>
        </p:nvSpPr>
        <p:spPr>
          <a:xfrm>
            <a:off x="400050" y="3124200"/>
            <a:ext cx="38100" cy="1524000"/>
          </a:xfrm>
          <a:custGeom>
            <a:avLst/>
            <a:gdLst/>
            <a:ahLst/>
            <a:cxnLst/>
            <a:rect l="l" t="t" r="r" b="b"/>
            <a:pathLst>
              <a:path w="38100" h="1524000">
                <a:moveTo>
                  <a:pt x="38100" y="0"/>
                </a:moveTo>
                <a:lnTo>
                  <a:pt x="38100" y="0"/>
                </a:lnTo>
                <a:lnTo>
                  <a:pt x="38100" y="1524000"/>
                </a:ln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8" name="Shape 16"/>
          <p:cNvSpPr/>
          <p:nvPr/>
        </p:nvSpPr>
        <p:spPr>
          <a:xfrm>
            <a:off x="647700" y="35052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14300" y="0"/>
                </a:moveTo>
                <a:lnTo>
                  <a:pt x="647700" y="0"/>
                </a:lnTo>
                <a:cubicBezTo>
                  <a:pt x="710784" y="0"/>
                  <a:pt x="762000" y="51216"/>
                  <a:pt x="762000" y="114300"/>
                </a:cubicBezTo>
                <a:lnTo>
                  <a:pt x="762000" y="647700"/>
                </a:lnTo>
                <a:cubicBezTo>
                  <a:pt x="762000" y="710784"/>
                  <a:pt x="710784" y="762000"/>
                  <a:pt x="6477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9" name="Shape 17"/>
          <p:cNvSpPr/>
          <p:nvPr/>
        </p:nvSpPr>
        <p:spPr>
          <a:xfrm>
            <a:off x="878681" y="3714750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53578" y="69652"/>
                </a:moveTo>
                <a:cubicBezTo>
                  <a:pt x="62449" y="69652"/>
                  <a:pt x="69652" y="62449"/>
                  <a:pt x="69652" y="53578"/>
                </a:cubicBezTo>
                <a:cubicBezTo>
                  <a:pt x="69652" y="44707"/>
                  <a:pt x="62449" y="37505"/>
                  <a:pt x="53578" y="37505"/>
                </a:cubicBezTo>
                <a:cubicBezTo>
                  <a:pt x="44707" y="37505"/>
                  <a:pt x="37505" y="44707"/>
                  <a:pt x="37505" y="53578"/>
                </a:cubicBezTo>
                <a:cubicBezTo>
                  <a:pt x="37505" y="62449"/>
                  <a:pt x="44707" y="69652"/>
                  <a:pt x="53578" y="69652"/>
                </a:cubicBezTo>
                <a:close/>
                <a:moveTo>
                  <a:pt x="107156" y="53578"/>
                </a:moveTo>
                <a:cubicBezTo>
                  <a:pt x="107156" y="75545"/>
                  <a:pt x="93963" y="94431"/>
                  <a:pt x="75009" y="102669"/>
                </a:cubicBezTo>
                <a:lnTo>
                  <a:pt x="75009" y="150019"/>
                </a:lnTo>
                <a:lnTo>
                  <a:pt x="192881" y="150019"/>
                </a:lnTo>
                <a:cubicBezTo>
                  <a:pt x="210629" y="150019"/>
                  <a:pt x="225028" y="135620"/>
                  <a:pt x="225028" y="117872"/>
                </a:cubicBezTo>
                <a:lnTo>
                  <a:pt x="225028" y="102669"/>
                </a:lnTo>
                <a:cubicBezTo>
                  <a:pt x="206075" y="94431"/>
                  <a:pt x="192881" y="75545"/>
                  <a:pt x="192881" y="53578"/>
                </a:cubicBezTo>
                <a:cubicBezTo>
                  <a:pt x="192881" y="23976"/>
                  <a:pt x="216857" y="0"/>
                  <a:pt x="246459" y="0"/>
                </a:cubicBezTo>
                <a:cubicBezTo>
                  <a:pt x="276061" y="0"/>
                  <a:pt x="300038" y="23976"/>
                  <a:pt x="300038" y="53578"/>
                </a:cubicBezTo>
                <a:cubicBezTo>
                  <a:pt x="300038" y="75545"/>
                  <a:pt x="286844" y="94431"/>
                  <a:pt x="267891" y="102669"/>
                </a:cubicBezTo>
                <a:lnTo>
                  <a:pt x="267891" y="117872"/>
                </a:lnTo>
                <a:cubicBezTo>
                  <a:pt x="267891" y="159328"/>
                  <a:pt x="234337" y="192881"/>
                  <a:pt x="192881" y="192881"/>
                </a:cubicBezTo>
                <a:lnTo>
                  <a:pt x="75009" y="192881"/>
                </a:lnTo>
                <a:lnTo>
                  <a:pt x="75009" y="240231"/>
                </a:lnTo>
                <a:cubicBezTo>
                  <a:pt x="93963" y="248469"/>
                  <a:pt x="107156" y="267355"/>
                  <a:pt x="107156" y="289322"/>
                </a:cubicBezTo>
                <a:cubicBezTo>
                  <a:pt x="107156" y="318924"/>
                  <a:pt x="83180" y="342900"/>
                  <a:pt x="53578" y="342900"/>
                </a:cubicBezTo>
                <a:cubicBezTo>
                  <a:pt x="23976" y="342900"/>
                  <a:pt x="0" y="318924"/>
                  <a:pt x="0" y="289322"/>
                </a:cubicBezTo>
                <a:cubicBezTo>
                  <a:pt x="0" y="267355"/>
                  <a:pt x="13194" y="248469"/>
                  <a:pt x="32147" y="240231"/>
                </a:cubicBezTo>
                <a:lnTo>
                  <a:pt x="32147" y="102736"/>
                </a:lnTo>
                <a:cubicBezTo>
                  <a:pt x="13194" y="94431"/>
                  <a:pt x="0" y="75545"/>
                  <a:pt x="0" y="53578"/>
                </a:cubicBezTo>
                <a:cubicBezTo>
                  <a:pt x="0" y="23976"/>
                  <a:pt x="23976" y="0"/>
                  <a:pt x="53578" y="0"/>
                </a:cubicBezTo>
                <a:cubicBezTo>
                  <a:pt x="83180" y="0"/>
                  <a:pt x="107156" y="23976"/>
                  <a:pt x="107156" y="53578"/>
                </a:cubicBezTo>
                <a:close/>
                <a:moveTo>
                  <a:pt x="262533" y="53578"/>
                </a:moveTo>
                <a:cubicBezTo>
                  <a:pt x="262533" y="44707"/>
                  <a:pt x="255331" y="37505"/>
                  <a:pt x="246459" y="37505"/>
                </a:cubicBezTo>
                <a:cubicBezTo>
                  <a:pt x="237588" y="37505"/>
                  <a:pt x="230386" y="44707"/>
                  <a:pt x="230386" y="53578"/>
                </a:cubicBezTo>
                <a:cubicBezTo>
                  <a:pt x="230386" y="62449"/>
                  <a:pt x="237588" y="69652"/>
                  <a:pt x="246459" y="69652"/>
                </a:cubicBezTo>
                <a:cubicBezTo>
                  <a:pt x="255331" y="69652"/>
                  <a:pt x="262533" y="62449"/>
                  <a:pt x="262533" y="53578"/>
                </a:cubicBezTo>
                <a:close/>
                <a:moveTo>
                  <a:pt x="53578" y="305395"/>
                </a:moveTo>
                <a:cubicBezTo>
                  <a:pt x="62449" y="305395"/>
                  <a:pt x="69652" y="298193"/>
                  <a:pt x="69652" y="289322"/>
                </a:cubicBezTo>
                <a:cubicBezTo>
                  <a:pt x="69652" y="280451"/>
                  <a:pt x="62449" y="273248"/>
                  <a:pt x="53578" y="273248"/>
                </a:cubicBezTo>
                <a:cubicBezTo>
                  <a:pt x="44707" y="273248"/>
                  <a:pt x="37505" y="280451"/>
                  <a:pt x="37505" y="289322"/>
                </a:cubicBezTo>
                <a:cubicBezTo>
                  <a:pt x="37505" y="298193"/>
                  <a:pt x="44707" y="305395"/>
                  <a:pt x="53578" y="30539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1600200" y="3562350"/>
            <a:ext cx="17811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If Statement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00200" y="3943350"/>
            <a:ext cx="1752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Make simple decisions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67450" y="3124200"/>
            <a:ext cx="5543550" cy="1524000"/>
          </a:xfrm>
          <a:custGeom>
            <a:avLst/>
            <a:gdLst/>
            <a:ahLst/>
            <a:cxnLst/>
            <a:rect l="l" t="t" r="r" b="b"/>
            <a:pathLst>
              <a:path w="5543550" h="1524000">
                <a:moveTo>
                  <a:pt x="38100" y="0"/>
                </a:moveTo>
                <a:lnTo>
                  <a:pt x="5391150" y="0"/>
                </a:lnTo>
                <a:cubicBezTo>
                  <a:pt x="5475262" y="0"/>
                  <a:pt x="5543550" y="68288"/>
                  <a:pt x="5543550" y="152400"/>
                </a:cubicBezTo>
                <a:lnTo>
                  <a:pt x="5543550" y="1371600"/>
                </a:lnTo>
                <a:cubicBezTo>
                  <a:pt x="5543550" y="1455712"/>
                  <a:pt x="5475262" y="1524000"/>
                  <a:pt x="5391150" y="1524000"/>
                </a:cubicBez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59E0B">
                  <a:alpha val="10000"/>
                </a:srgbClr>
              </a:gs>
              <a:gs pos="100000">
                <a:srgbClr val="F59E0B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23" name="Shape 21"/>
          <p:cNvSpPr/>
          <p:nvPr/>
        </p:nvSpPr>
        <p:spPr>
          <a:xfrm>
            <a:off x="6267450" y="3124200"/>
            <a:ext cx="38100" cy="1524000"/>
          </a:xfrm>
          <a:custGeom>
            <a:avLst/>
            <a:gdLst/>
            <a:ahLst/>
            <a:cxnLst/>
            <a:rect l="l" t="t" r="r" b="b"/>
            <a:pathLst>
              <a:path w="38100" h="1524000">
                <a:moveTo>
                  <a:pt x="38100" y="0"/>
                </a:moveTo>
                <a:lnTo>
                  <a:pt x="38100" y="0"/>
                </a:lnTo>
                <a:lnTo>
                  <a:pt x="38100" y="1524000"/>
                </a:ln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4" name="Shape 22"/>
          <p:cNvSpPr/>
          <p:nvPr/>
        </p:nvSpPr>
        <p:spPr>
          <a:xfrm>
            <a:off x="6515100" y="35052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14300" y="0"/>
                </a:moveTo>
                <a:lnTo>
                  <a:pt x="647700" y="0"/>
                </a:lnTo>
                <a:cubicBezTo>
                  <a:pt x="710784" y="0"/>
                  <a:pt x="762000" y="51216"/>
                  <a:pt x="762000" y="114300"/>
                </a:cubicBezTo>
                <a:lnTo>
                  <a:pt x="762000" y="647700"/>
                </a:lnTo>
                <a:cubicBezTo>
                  <a:pt x="762000" y="710784"/>
                  <a:pt x="710784" y="762000"/>
                  <a:pt x="6477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6746081" y="3714750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53578" y="69652"/>
                </a:moveTo>
                <a:cubicBezTo>
                  <a:pt x="62449" y="69652"/>
                  <a:pt x="69652" y="62449"/>
                  <a:pt x="69652" y="53578"/>
                </a:cubicBezTo>
                <a:cubicBezTo>
                  <a:pt x="69652" y="44707"/>
                  <a:pt x="62449" y="37505"/>
                  <a:pt x="53578" y="37505"/>
                </a:cubicBezTo>
                <a:cubicBezTo>
                  <a:pt x="44707" y="37505"/>
                  <a:pt x="37505" y="44707"/>
                  <a:pt x="37505" y="53578"/>
                </a:cubicBezTo>
                <a:cubicBezTo>
                  <a:pt x="37505" y="62449"/>
                  <a:pt x="44707" y="69652"/>
                  <a:pt x="53578" y="69652"/>
                </a:cubicBezTo>
                <a:close/>
                <a:moveTo>
                  <a:pt x="107156" y="53578"/>
                </a:moveTo>
                <a:cubicBezTo>
                  <a:pt x="107156" y="75545"/>
                  <a:pt x="93963" y="94431"/>
                  <a:pt x="75009" y="102669"/>
                </a:cubicBezTo>
                <a:lnTo>
                  <a:pt x="75009" y="150019"/>
                </a:lnTo>
                <a:lnTo>
                  <a:pt x="192881" y="150019"/>
                </a:lnTo>
                <a:cubicBezTo>
                  <a:pt x="210629" y="150019"/>
                  <a:pt x="225028" y="135620"/>
                  <a:pt x="225028" y="117872"/>
                </a:cubicBezTo>
                <a:lnTo>
                  <a:pt x="225028" y="102669"/>
                </a:lnTo>
                <a:cubicBezTo>
                  <a:pt x="206075" y="94431"/>
                  <a:pt x="192881" y="75545"/>
                  <a:pt x="192881" y="53578"/>
                </a:cubicBezTo>
                <a:cubicBezTo>
                  <a:pt x="192881" y="23976"/>
                  <a:pt x="216857" y="0"/>
                  <a:pt x="246459" y="0"/>
                </a:cubicBezTo>
                <a:cubicBezTo>
                  <a:pt x="276061" y="0"/>
                  <a:pt x="300038" y="23976"/>
                  <a:pt x="300038" y="53578"/>
                </a:cubicBezTo>
                <a:cubicBezTo>
                  <a:pt x="300038" y="75545"/>
                  <a:pt x="286844" y="94431"/>
                  <a:pt x="267891" y="102669"/>
                </a:cubicBezTo>
                <a:lnTo>
                  <a:pt x="267891" y="117872"/>
                </a:lnTo>
                <a:cubicBezTo>
                  <a:pt x="267891" y="159328"/>
                  <a:pt x="234337" y="192881"/>
                  <a:pt x="192881" y="192881"/>
                </a:cubicBezTo>
                <a:lnTo>
                  <a:pt x="75009" y="192881"/>
                </a:lnTo>
                <a:lnTo>
                  <a:pt x="75009" y="240231"/>
                </a:lnTo>
                <a:cubicBezTo>
                  <a:pt x="93963" y="248469"/>
                  <a:pt x="107156" y="267355"/>
                  <a:pt x="107156" y="289322"/>
                </a:cubicBezTo>
                <a:cubicBezTo>
                  <a:pt x="107156" y="318924"/>
                  <a:pt x="83180" y="342900"/>
                  <a:pt x="53578" y="342900"/>
                </a:cubicBezTo>
                <a:cubicBezTo>
                  <a:pt x="23976" y="342900"/>
                  <a:pt x="0" y="318924"/>
                  <a:pt x="0" y="289322"/>
                </a:cubicBezTo>
                <a:cubicBezTo>
                  <a:pt x="0" y="267355"/>
                  <a:pt x="13194" y="248469"/>
                  <a:pt x="32147" y="240231"/>
                </a:cubicBezTo>
                <a:lnTo>
                  <a:pt x="32147" y="102736"/>
                </a:lnTo>
                <a:cubicBezTo>
                  <a:pt x="13194" y="94431"/>
                  <a:pt x="0" y="75545"/>
                  <a:pt x="0" y="53578"/>
                </a:cubicBezTo>
                <a:cubicBezTo>
                  <a:pt x="0" y="23976"/>
                  <a:pt x="23976" y="0"/>
                  <a:pt x="53578" y="0"/>
                </a:cubicBezTo>
                <a:cubicBezTo>
                  <a:pt x="83180" y="0"/>
                  <a:pt x="107156" y="23976"/>
                  <a:pt x="107156" y="53578"/>
                </a:cubicBezTo>
                <a:close/>
                <a:moveTo>
                  <a:pt x="262533" y="53578"/>
                </a:moveTo>
                <a:cubicBezTo>
                  <a:pt x="262533" y="44707"/>
                  <a:pt x="255331" y="37505"/>
                  <a:pt x="246459" y="37505"/>
                </a:cubicBezTo>
                <a:cubicBezTo>
                  <a:pt x="237588" y="37505"/>
                  <a:pt x="230386" y="44707"/>
                  <a:pt x="230386" y="53578"/>
                </a:cubicBezTo>
                <a:cubicBezTo>
                  <a:pt x="230386" y="62449"/>
                  <a:pt x="237588" y="69652"/>
                  <a:pt x="246459" y="69652"/>
                </a:cubicBezTo>
                <a:cubicBezTo>
                  <a:pt x="255331" y="69652"/>
                  <a:pt x="262533" y="62449"/>
                  <a:pt x="262533" y="53578"/>
                </a:cubicBezTo>
                <a:close/>
                <a:moveTo>
                  <a:pt x="53578" y="305395"/>
                </a:moveTo>
                <a:cubicBezTo>
                  <a:pt x="62449" y="305395"/>
                  <a:pt x="69652" y="298193"/>
                  <a:pt x="69652" y="289322"/>
                </a:cubicBezTo>
                <a:cubicBezTo>
                  <a:pt x="69652" y="280451"/>
                  <a:pt x="62449" y="273248"/>
                  <a:pt x="53578" y="273248"/>
                </a:cubicBezTo>
                <a:cubicBezTo>
                  <a:pt x="44707" y="273248"/>
                  <a:pt x="37505" y="280451"/>
                  <a:pt x="37505" y="289322"/>
                </a:cubicBezTo>
                <a:cubicBezTo>
                  <a:pt x="37505" y="298193"/>
                  <a:pt x="44707" y="305395"/>
                  <a:pt x="53578" y="30539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7467600" y="3562350"/>
            <a:ext cx="1600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If-Else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467600" y="3943350"/>
            <a:ext cx="1571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True and false paths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00050" y="4953000"/>
            <a:ext cx="5543550" cy="1524000"/>
          </a:xfrm>
          <a:custGeom>
            <a:avLst/>
            <a:gdLst/>
            <a:ahLst/>
            <a:cxnLst/>
            <a:rect l="l" t="t" r="r" b="b"/>
            <a:pathLst>
              <a:path w="5543550" h="1524000">
                <a:moveTo>
                  <a:pt x="38100" y="0"/>
                </a:moveTo>
                <a:lnTo>
                  <a:pt x="5391150" y="0"/>
                </a:lnTo>
                <a:cubicBezTo>
                  <a:pt x="5475262" y="0"/>
                  <a:pt x="5543550" y="68288"/>
                  <a:pt x="5543550" y="152400"/>
                </a:cubicBezTo>
                <a:lnTo>
                  <a:pt x="5543550" y="1371600"/>
                </a:lnTo>
                <a:cubicBezTo>
                  <a:pt x="5543550" y="1455712"/>
                  <a:pt x="5475262" y="1524000"/>
                  <a:pt x="5391150" y="1524000"/>
                </a:cubicBez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EC4899">
                  <a:alpha val="10000"/>
                </a:srgbClr>
              </a:gs>
              <a:gs pos="100000">
                <a:srgbClr val="EC4899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29" name="Shape 27"/>
          <p:cNvSpPr/>
          <p:nvPr/>
        </p:nvSpPr>
        <p:spPr>
          <a:xfrm>
            <a:off x="400050" y="4953000"/>
            <a:ext cx="38100" cy="1524000"/>
          </a:xfrm>
          <a:custGeom>
            <a:avLst/>
            <a:gdLst/>
            <a:ahLst/>
            <a:cxnLst/>
            <a:rect l="l" t="t" r="r" b="b"/>
            <a:pathLst>
              <a:path w="38100" h="1524000">
                <a:moveTo>
                  <a:pt x="38100" y="0"/>
                </a:moveTo>
                <a:lnTo>
                  <a:pt x="38100" y="0"/>
                </a:lnTo>
                <a:lnTo>
                  <a:pt x="38100" y="1524000"/>
                </a:ln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30" name="Shape 28"/>
          <p:cNvSpPr/>
          <p:nvPr/>
        </p:nvSpPr>
        <p:spPr>
          <a:xfrm>
            <a:off x="647700" y="5334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14300" y="0"/>
                </a:moveTo>
                <a:lnTo>
                  <a:pt x="647700" y="0"/>
                </a:lnTo>
                <a:cubicBezTo>
                  <a:pt x="710784" y="0"/>
                  <a:pt x="762000" y="51216"/>
                  <a:pt x="762000" y="114300"/>
                </a:cubicBezTo>
                <a:lnTo>
                  <a:pt x="762000" y="647700"/>
                </a:lnTo>
                <a:cubicBezTo>
                  <a:pt x="762000" y="710784"/>
                  <a:pt x="710784" y="762000"/>
                  <a:pt x="6477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31" name="Shape 29"/>
          <p:cNvSpPr/>
          <p:nvPr/>
        </p:nvSpPr>
        <p:spPr>
          <a:xfrm>
            <a:off x="878681" y="5543550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53578" y="69652"/>
                </a:moveTo>
                <a:cubicBezTo>
                  <a:pt x="62449" y="69652"/>
                  <a:pt x="69652" y="62449"/>
                  <a:pt x="69652" y="53578"/>
                </a:cubicBezTo>
                <a:cubicBezTo>
                  <a:pt x="69652" y="44707"/>
                  <a:pt x="62449" y="37505"/>
                  <a:pt x="53578" y="37505"/>
                </a:cubicBezTo>
                <a:cubicBezTo>
                  <a:pt x="44707" y="37505"/>
                  <a:pt x="37505" y="44707"/>
                  <a:pt x="37505" y="53578"/>
                </a:cubicBezTo>
                <a:cubicBezTo>
                  <a:pt x="37505" y="62449"/>
                  <a:pt x="44707" y="69652"/>
                  <a:pt x="53578" y="69652"/>
                </a:cubicBezTo>
                <a:close/>
                <a:moveTo>
                  <a:pt x="107156" y="53578"/>
                </a:moveTo>
                <a:cubicBezTo>
                  <a:pt x="107156" y="75545"/>
                  <a:pt x="93963" y="94431"/>
                  <a:pt x="75009" y="102669"/>
                </a:cubicBezTo>
                <a:lnTo>
                  <a:pt x="75009" y="150019"/>
                </a:lnTo>
                <a:lnTo>
                  <a:pt x="192881" y="150019"/>
                </a:lnTo>
                <a:cubicBezTo>
                  <a:pt x="210629" y="150019"/>
                  <a:pt x="225028" y="135620"/>
                  <a:pt x="225028" y="117872"/>
                </a:cubicBezTo>
                <a:lnTo>
                  <a:pt x="225028" y="102669"/>
                </a:lnTo>
                <a:cubicBezTo>
                  <a:pt x="206075" y="94431"/>
                  <a:pt x="192881" y="75545"/>
                  <a:pt x="192881" y="53578"/>
                </a:cubicBezTo>
                <a:cubicBezTo>
                  <a:pt x="192881" y="23976"/>
                  <a:pt x="216857" y="0"/>
                  <a:pt x="246459" y="0"/>
                </a:cubicBezTo>
                <a:cubicBezTo>
                  <a:pt x="276061" y="0"/>
                  <a:pt x="300038" y="23976"/>
                  <a:pt x="300038" y="53578"/>
                </a:cubicBezTo>
                <a:cubicBezTo>
                  <a:pt x="300038" y="75545"/>
                  <a:pt x="286844" y="94431"/>
                  <a:pt x="267891" y="102669"/>
                </a:cubicBezTo>
                <a:lnTo>
                  <a:pt x="267891" y="117872"/>
                </a:lnTo>
                <a:cubicBezTo>
                  <a:pt x="267891" y="159328"/>
                  <a:pt x="234337" y="192881"/>
                  <a:pt x="192881" y="192881"/>
                </a:cubicBezTo>
                <a:lnTo>
                  <a:pt x="75009" y="192881"/>
                </a:lnTo>
                <a:lnTo>
                  <a:pt x="75009" y="240231"/>
                </a:lnTo>
                <a:cubicBezTo>
                  <a:pt x="93963" y="248469"/>
                  <a:pt x="107156" y="267355"/>
                  <a:pt x="107156" y="289322"/>
                </a:cubicBezTo>
                <a:cubicBezTo>
                  <a:pt x="107156" y="318924"/>
                  <a:pt x="83180" y="342900"/>
                  <a:pt x="53578" y="342900"/>
                </a:cubicBezTo>
                <a:cubicBezTo>
                  <a:pt x="23976" y="342900"/>
                  <a:pt x="0" y="318924"/>
                  <a:pt x="0" y="289322"/>
                </a:cubicBezTo>
                <a:cubicBezTo>
                  <a:pt x="0" y="267355"/>
                  <a:pt x="13194" y="248469"/>
                  <a:pt x="32147" y="240231"/>
                </a:cubicBezTo>
                <a:lnTo>
                  <a:pt x="32147" y="102736"/>
                </a:lnTo>
                <a:cubicBezTo>
                  <a:pt x="13194" y="94431"/>
                  <a:pt x="0" y="75545"/>
                  <a:pt x="0" y="53578"/>
                </a:cubicBezTo>
                <a:cubicBezTo>
                  <a:pt x="0" y="23976"/>
                  <a:pt x="23976" y="0"/>
                  <a:pt x="53578" y="0"/>
                </a:cubicBezTo>
                <a:cubicBezTo>
                  <a:pt x="83180" y="0"/>
                  <a:pt x="107156" y="23976"/>
                  <a:pt x="107156" y="53578"/>
                </a:cubicBezTo>
                <a:close/>
                <a:moveTo>
                  <a:pt x="262533" y="53578"/>
                </a:moveTo>
                <a:cubicBezTo>
                  <a:pt x="262533" y="44707"/>
                  <a:pt x="255331" y="37505"/>
                  <a:pt x="246459" y="37505"/>
                </a:cubicBezTo>
                <a:cubicBezTo>
                  <a:pt x="237588" y="37505"/>
                  <a:pt x="230386" y="44707"/>
                  <a:pt x="230386" y="53578"/>
                </a:cubicBezTo>
                <a:cubicBezTo>
                  <a:pt x="230386" y="62449"/>
                  <a:pt x="237588" y="69652"/>
                  <a:pt x="246459" y="69652"/>
                </a:cubicBezTo>
                <a:cubicBezTo>
                  <a:pt x="255331" y="69652"/>
                  <a:pt x="262533" y="62449"/>
                  <a:pt x="262533" y="53578"/>
                </a:cubicBezTo>
                <a:close/>
                <a:moveTo>
                  <a:pt x="53578" y="305395"/>
                </a:moveTo>
                <a:cubicBezTo>
                  <a:pt x="62449" y="305395"/>
                  <a:pt x="69652" y="298193"/>
                  <a:pt x="69652" y="289322"/>
                </a:cubicBezTo>
                <a:cubicBezTo>
                  <a:pt x="69652" y="280451"/>
                  <a:pt x="62449" y="273248"/>
                  <a:pt x="53578" y="273248"/>
                </a:cubicBezTo>
                <a:cubicBezTo>
                  <a:pt x="44707" y="273248"/>
                  <a:pt x="37505" y="280451"/>
                  <a:pt x="37505" y="289322"/>
                </a:cubicBezTo>
                <a:cubicBezTo>
                  <a:pt x="37505" y="298193"/>
                  <a:pt x="44707" y="305395"/>
                  <a:pt x="53578" y="30539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1600200" y="5391150"/>
            <a:ext cx="1524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Elseif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600200" y="5772150"/>
            <a:ext cx="1495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conditions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267450" y="4953000"/>
            <a:ext cx="5543550" cy="1524000"/>
          </a:xfrm>
          <a:custGeom>
            <a:avLst/>
            <a:gdLst/>
            <a:ahLst/>
            <a:cxnLst/>
            <a:rect l="l" t="t" r="r" b="b"/>
            <a:pathLst>
              <a:path w="5543550" h="1524000">
                <a:moveTo>
                  <a:pt x="38100" y="0"/>
                </a:moveTo>
                <a:lnTo>
                  <a:pt x="5391150" y="0"/>
                </a:lnTo>
                <a:cubicBezTo>
                  <a:pt x="5475262" y="0"/>
                  <a:pt x="5543550" y="68288"/>
                  <a:pt x="5543550" y="152400"/>
                </a:cubicBezTo>
                <a:lnTo>
                  <a:pt x="5543550" y="1371600"/>
                </a:lnTo>
                <a:cubicBezTo>
                  <a:pt x="5543550" y="1455712"/>
                  <a:pt x="5475262" y="1524000"/>
                  <a:pt x="5391150" y="1524000"/>
                </a:cubicBez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6B6D4">
                  <a:alpha val="10000"/>
                </a:srgbClr>
              </a:gs>
              <a:gs pos="100000">
                <a:srgbClr val="06B6D4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35" name="Shape 33"/>
          <p:cNvSpPr/>
          <p:nvPr/>
        </p:nvSpPr>
        <p:spPr>
          <a:xfrm>
            <a:off x="6267450" y="4953000"/>
            <a:ext cx="38100" cy="1524000"/>
          </a:xfrm>
          <a:custGeom>
            <a:avLst/>
            <a:gdLst/>
            <a:ahLst/>
            <a:cxnLst/>
            <a:rect l="l" t="t" r="r" b="b"/>
            <a:pathLst>
              <a:path w="38100" h="1524000">
                <a:moveTo>
                  <a:pt x="38100" y="0"/>
                </a:moveTo>
                <a:lnTo>
                  <a:pt x="38100" y="0"/>
                </a:lnTo>
                <a:lnTo>
                  <a:pt x="38100" y="1524000"/>
                </a:ln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6" name="Shape 34"/>
          <p:cNvSpPr/>
          <p:nvPr/>
        </p:nvSpPr>
        <p:spPr>
          <a:xfrm>
            <a:off x="6515100" y="53340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114300" y="0"/>
                </a:moveTo>
                <a:lnTo>
                  <a:pt x="647700" y="0"/>
                </a:lnTo>
                <a:cubicBezTo>
                  <a:pt x="710784" y="0"/>
                  <a:pt x="762000" y="51216"/>
                  <a:pt x="762000" y="114300"/>
                </a:cubicBezTo>
                <a:lnTo>
                  <a:pt x="762000" y="647700"/>
                </a:lnTo>
                <a:cubicBezTo>
                  <a:pt x="762000" y="710784"/>
                  <a:pt x="710784" y="762000"/>
                  <a:pt x="647700" y="762000"/>
                </a:cubicBezTo>
                <a:lnTo>
                  <a:pt x="114300" y="762000"/>
                </a:lnTo>
                <a:cubicBezTo>
                  <a:pt x="51216" y="762000"/>
                  <a:pt x="0" y="710784"/>
                  <a:pt x="0" y="647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06B6D4"/>
          </a:solidFill>
          <a:ln/>
        </p:spPr>
      </p:sp>
      <p:sp>
        <p:nvSpPr>
          <p:cNvPr id="37" name="Shape 35"/>
          <p:cNvSpPr/>
          <p:nvPr/>
        </p:nvSpPr>
        <p:spPr>
          <a:xfrm>
            <a:off x="6724650" y="554355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32147" y="96441"/>
                </a:moveTo>
                <a:cubicBezTo>
                  <a:pt x="49889" y="96441"/>
                  <a:pt x="64294" y="82036"/>
                  <a:pt x="64294" y="64294"/>
                </a:cubicBezTo>
                <a:cubicBezTo>
                  <a:pt x="64294" y="46551"/>
                  <a:pt x="49889" y="32147"/>
                  <a:pt x="32147" y="32147"/>
                </a:cubicBezTo>
                <a:cubicBezTo>
                  <a:pt x="14405" y="32147"/>
                  <a:pt x="0" y="46551"/>
                  <a:pt x="0" y="64294"/>
                </a:cubicBezTo>
                <a:cubicBezTo>
                  <a:pt x="0" y="82036"/>
                  <a:pt x="14405" y="96441"/>
                  <a:pt x="32147" y="96441"/>
                </a:cubicBezTo>
                <a:close/>
                <a:moveTo>
                  <a:pt x="128588" y="42863"/>
                </a:moveTo>
                <a:cubicBezTo>
                  <a:pt x="116733" y="42863"/>
                  <a:pt x="107156" y="52440"/>
                  <a:pt x="107156" y="64294"/>
                </a:cubicBezTo>
                <a:cubicBezTo>
                  <a:pt x="107156" y="76148"/>
                  <a:pt x="116733" y="85725"/>
                  <a:pt x="128588" y="85725"/>
                </a:cubicBezTo>
                <a:lnTo>
                  <a:pt x="321469" y="85725"/>
                </a:lnTo>
                <a:cubicBezTo>
                  <a:pt x="333323" y="85725"/>
                  <a:pt x="342900" y="76148"/>
                  <a:pt x="342900" y="64294"/>
                </a:cubicBezTo>
                <a:cubicBezTo>
                  <a:pt x="342900" y="52440"/>
                  <a:pt x="333323" y="42863"/>
                  <a:pt x="321469" y="42863"/>
                </a:cubicBezTo>
                <a:lnTo>
                  <a:pt x="128588" y="42863"/>
                </a:lnTo>
                <a:close/>
                <a:moveTo>
                  <a:pt x="128588" y="150019"/>
                </a:moveTo>
                <a:cubicBezTo>
                  <a:pt x="116733" y="150019"/>
                  <a:pt x="107156" y="159596"/>
                  <a:pt x="107156" y="171450"/>
                </a:cubicBezTo>
                <a:cubicBezTo>
                  <a:pt x="107156" y="183304"/>
                  <a:pt x="116733" y="192881"/>
                  <a:pt x="128588" y="192881"/>
                </a:cubicBezTo>
                <a:lnTo>
                  <a:pt x="321469" y="192881"/>
                </a:lnTo>
                <a:cubicBezTo>
                  <a:pt x="333323" y="192881"/>
                  <a:pt x="342900" y="183304"/>
                  <a:pt x="342900" y="171450"/>
                </a:cubicBezTo>
                <a:cubicBezTo>
                  <a:pt x="342900" y="159596"/>
                  <a:pt x="333323" y="150019"/>
                  <a:pt x="321469" y="150019"/>
                </a:cubicBezTo>
                <a:lnTo>
                  <a:pt x="128588" y="150019"/>
                </a:lnTo>
                <a:close/>
                <a:moveTo>
                  <a:pt x="128588" y="257175"/>
                </a:moveTo>
                <a:cubicBezTo>
                  <a:pt x="116733" y="257175"/>
                  <a:pt x="107156" y="266752"/>
                  <a:pt x="107156" y="278606"/>
                </a:cubicBezTo>
                <a:cubicBezTo>
                  <a:pt x="107156" y="290460"/>
                  <a:pt x="116733" y="300038"/>
                  <a:pt x="128588" y="300038"/>
                </a:cubicBezTo>
                <a:lnTo>
                  <a:pt x="321469" y="300038"/>
                </a:lnTo>
                <a:cubicBezTo>
                  <a:pt x="333323" y="300038"/>
                  <a:pt x="342900" y="290460"/>
                  <a:pt x="342900" y="278606"/>
                </a:cubicBezTo>
                <a:cubicBezTo>
                  <a:pt x="342900" y="266752"/>
                  <a:pt x="333323" y="257175"/>
                  <a:pt x="321469" y="257175"/>
                </a:cubicBezTo>
                <a:lnTo>
                  <a:pt x="128588" y="257175"/>
                </a:lnTo>
                <a:close/>
                <a:moveTo>
                  <a:pt x="32147" y="310753"/>
                </a:moveTo>
                <a:cubicBezTo>
                  <a:pt x="49889" y="310753"/>
                  <a:pt x="64294" y="296349"/>
                  <a:pt x="64294" y="278606"/>
                </a:cubicBezTo>
                <a:cubicBezTo>
                  <a:pt x="64294" y="260864"/>
                  <a:pt x="49889" y="246459"/>
                  <a:pt x="32147" y="246459"/>
                </a:cubicBezTo>
                <a:cubicBezTo>
                  <a:pt x="14405" y="246459"/>
                  <a:pt x="0" y="260864"/>
                  <a:pt x="0" y="278606"/>
                </a:cubicBezTo>
                <a:cubicBezTo>
                  <a:pt x="0" y="296349"/>
                  <a:pt x="14405" y="310753"/>
                  <a:pt x="32147" y="310753"/>
                </a:cubicBezTo>
                <a:close/>
                <a:moveTo>
                  <a:pt x="64294" y="171450"/>
                </a:moveTo>
                <a:cubicBezTo>
                  <a:pt x="64294" y="153708"/>
                  <a:pt x="49889" y="139303"/>
                  <a:pt x="32147" y="139303"/>
                </a:cubicBezTo>
                <a:cubicBezTo>
                  <a:pt x="14405" y="139303"/>
                  <a:pt x="0" y="153708"/>
                  <a:pt x="0" y="171450"/>
                </a:cubicBezTo>
                <a:cubicBezTo>
                  <a:pt x="0" y="189192"/>
                  <a:pt x="14405" y="203597"/>
                  <a:pt x="32147" y="203597"/>
                </a:cubicBezTo>
                <a:cubicBezTo>
                  <a:pt x="49889" y="203597"/>
                  <a:pt x="64294" y="189192"/>
                  <a:pt x="64294" y="17145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7467600" y="5391150"/>
            <a:ext cx="1866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Switch Statement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467600" y="5772150"/>
            <a:ext cx="1838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Menu-style choices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What is a Variable?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9525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19050" y="0"/>
                </a:moveTo>
                <a:lnTo>
                  <a:pt x="895350" y="0"/>
                </a:lnTo>
                <a:cubicBezTo>
                  <a:pt x="905864" y="0"/>
                  <a:pt x="914400" y="8536"/>
                  <a:pt x="914400" y="19050"/>
                </a:cubicBezTo>
                <a:lnTo>
                  <a:pt x="914400" y="19050"/>
                </a:lnTo>
                <a:cubicBezTo>
                  <a:pt x="914400" y="29564"/>
                  <a:pt x="905864" y="38100"/>
                  <a:pt x="8953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381000" y="1219200"/>
            <a:ext cx="7315200" cy="1533525"/>
          </a:xfrm>
          <a:custGeom>
            <a:avLst/>
            <a:gdLst/>
            <a:ahLst/>
            <a:cxnLst/>
            <a:rect l="l" t="t" r="r" b="b"/>
            <a:pathLst>
              <a:path w="7315200" h="1533525">
                <a:moveTo>
                  <a:pt x="152402" y="0"/>
                </a:moveTo>
                <a:lnTo>
                  <a:pt x="7162798" y="0"/>
                </a:lnTo>
                <a:cubicBezTo>
                  <a:pt x="7246911" y="0"/>
                  <a:pt x="7315200" y="68289"/>
                  <a:pt x="7315200" y="152402"/>
                </a:cubicBezTo>
                <a:lnTo>
                  <a:pt x="7315200" y="1381123"/>
                </a:lnTo>
                <a:cubicBezTo>
                  <a:pt x="7315200" y="1465236"/>
                  <a:pt x="7246911" y="1533525"/>
                  <a:pt x="7162798" y="1533525"/>
                </a:cubicBezTo>
                <a:lnTo>
                  <a:pt x="152402" y="1533525"/>
                </a:lnTo>
                <a:cubicBezTo>
                  <a:pt x="68289" y="1533525"/>
                  <a:pt x="0" y="1465236"/>
                  <a:pt x="0" y="1381123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5" name="Shape 3"/>
          <p:cNvSpPr/>
          <p:nvPr/>
        </p:nvSpPr>
        <p:spPr>
          <a:xfrm>
            <a:off x="683419" y="145732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163469" y="214313"/>
                </a:moveTo>
                <a:cubicBezTo>
                  <a:pt x="167543" y="201867"/>
                  <a:pt x="175692" y="190593"/>
                  <a:pt x="184900" y="180882"/>
                </a:cubicBezTo>
                <a:cubicBezTo>
                  <a:pt x="203150" y="161683"/>
                  <a:pt x="214312" y="135731"/>
                  <a:pt x="214312" y="107156"/>
                </a:cubicBezTo>
                <a:cubicBezTo>
                  <a:pt x="214312" y="47997"/>
                  <a:pt x="166315" y="0"/>
                  <a:pt x="107156" y="0"/>
                </a:cubicBezTo>
                <a:cubicBezTo>
                  <a:pt x="47997" y="0"/>
                  <a:pt x="0" y="47997"/>
                  <a:pt x="0" y="107156"/>
                </a:cubicBezTo>
                <a:cubicBezTo>
                  <a:pt x="0" y="135731"/>
                  <a:pt x="11162" y="161683"/>
                  <a:pt x="29412" y="180882"/>
                </a:cubicBezTo>
                <a:cubicBezTo>
                  <a:pt x="38621" y="190593"/>
                  <a:pt x="46825" y="201867"/>
                  <a:pt x="50843" y="214313"/>
                </a:cubicBezTo>
                <a:lnTo>
                  <a:pt x="163413" y="214313"/>
                </a:lnTo>
                <a:close/>
                <a:moveTo>
                  <a:pt x="160734" y="241102"/>
                </a:moveTo>
                <a:lnTo>
                  <a:pt x="53578" y="241102"/>
                </a:lnTo>
                <a:lnTo>
                  <a:pt x="53578" y="250031"/>
                </a:lnTo>
                <a:cubicBezTo>
                  <a:pt x="53578" y="274700"/>
                  <a:pt x="73558" y="294680"/>
                  <a:pt x="98227" y="294680"/>
                </a:cubicBezTo>
                <a:lnTo>
                  <a:pt x="116086" y="294680"/>
                </a:lnTo>
                <a:cubicBezTo>
                  <a:pt x="140754" y="294680"/>
                  <a:pt x="160734" y="274700"/>
                  <a:pt x="160734" y="250031"/>
                </a:cubicBezTo>
                <a:lnTo>
                  <a:pt x="160734" y="241102"/>
                </a:lnTo>
                <a:close/>
                <a:moveTo>
                  <a:pt x="102691" y="62508"/>
                </a:moveTo>
                <a:cubicBezTo>
                  <a:pt x="80479" y="62508"/>
                  <a:pt x="62508" y="80479"/>
                  <a:pt x="62508" y="102691"/>
                </a:cubicBezTo>
                <a:cubicBezTo>
                  <a:pt x="62508" y="110114"/>
                  <a:pt x="56536" y="116086"/>
                  <a:pt x="49113" y="116086"/>
                </a:cubicBezTo>
                <a:cubicBezTo>
                  <a:pt x="41690" y="116086"/>
                  <a:pt x="35719" y="110114"/>
                  <a:pt x="35719" y="102691"/>
                </a:cubicBezTo>
                <a:cubicBezTo>
                  <a:pt x="35719" y="65689"/>
                  <a:pt x="65689" y="35719"/>
                  <a:pt x="102691" y="35719"/>
                </a:cubicBezTo>
                <a:cubicBezTo>
                  <a:pt x="110114" y="35719"/>
                  <a:pt x="116086" y="41690"/>
                  <a:pt x="116086" y="49113"/>
                </a:cubicBezTo>
                <a:cubicBezTo>
                  <a:pt x="116086" y="56536"/>
                  <a:pt x="110114" y="62508"/>
                  <a:pt x="102691" y="62508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1081088" y="1447800"/>
            <a:ext cx="1133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09600" y="1905000"/>
            <a:ext cx="6953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r>
              <a:rPr lang="en-US" sz="15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</a:t>
            </a: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like a </a:t>
            </a:r>
            <a:r>
              <a:rPr lang="en-US" sz="1500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labeled box</a:t>
            </a: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that stores data. You can put different values inside and change them anytime!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81000" y="2981325"/>
            <a:ext cx="7315200" cy="1524000"/>
          </a:xfrm>
          <a:custGeom>
            <a:avLst/>
            <a:gdLst/>
            <a:ahLst/>
            <a:cxnLst/>
            <a:rect l="l" t="t" r="r" b="b"/>
            <a:pathLst>
              <a:path w="7315200" h="1524000">
                <a:moveTo>
                  <a:pt x="152400" y="0"/>
                </a:moveTo>
                <a:lnTo>
                  <a:pt x="7162800" y="0"/>
                </a:lnTo>
                <a:cubicBezTo>
                  <a:pt x="7246912" y="0"/>
                  <a:pt x="7315200" y="68288"/>
                  <a:pt x="7315200" y="152400"/>
                </a:cubicBezTo>
                <a:lnTo>
                  <a:pt x="7315200" y="1371600"/>
                </a:lnTo>
                <a:cubicBezTo>
                  <a:pt x="7315200" y="1455712"/>
                  <a:pt x="7246912" y="1524000"/>
                  <a:pt x="7162800" y="1524000"/>
                </a:cubicBezTo>
                <a:lnTo>
                  <a:pt x="152400" y="1524000"/>
                </a:lnTo>
                <a:cubicBezTo>
                  <a:pt x="68288" y="1524000"/>
                  <a:pt x="0" y="1455712"/>
                  <a:pt x="0" y="1371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629841" y="3219450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201364" y="670"/>
                </a:moveTo>
                <a:cubicBezTo>
                  <a:pt x="191877" y="-2065"/>
                  <a:pt x="181998" y="3460"/>
                  <a:pt x="179263" y="12948"/>
                </a:cubicBezTo>
                <a:lnTo>
                  <a:pt x="107826" y="262979"/>
                </a:lnTo>
                <a:cubicBezTo>
                  <a:pt x="105091" y="272467"/>
                  <a:pt x="110617" y="282346"/>
                  <a:pt x="120104" y="285080"/>
                </a:cubicBezTo>
                <a:cubicBezTo>
                  <a:pt x="129592" y="287815"/>
                  <a:pt x="139471" y="282290"/>
                  <a:pt x="142205" y="272802"/>
                </a:cubicBezTo>
                <a:lnTo>
                  <a:pt x="213643" y="22771"/>
                </a:lnTo>
                <a:cubicBezTo>
                  <a:pt x="216377" y="13283"/>
                  <a:pt x="210852" y="3404"/>
                  <a:pt x="201364" y="670"/>
                </a:cubicBezTo>
                <a:close/>
                <a:moveTo>
                  <a:pt x="237418" y="76628"/>
                </a:moveTo>
                <a:cubicBezTo>
                  <a:pt x="230442" y="83604"/>
                  <a:pt x="230442" y="94934"/>
                  <a:pt x="237418" y="101910"/>
                </a:cubicBezTo>
                <a:lnTo>
                  <a:pt x="278383" y="142875"/>
                </a:lnTo>
                <a:lnTo>
                  <a:pt x="237418" y="183840"/>
                </a:lnTo>
                <a:cubicBezTo>
                  <a:pt x="230442" y="190816"/>
                  <a:pt x="230442" y="202146"/>
                  <a:pt x="237418" y="209122"/>
                </a:cubicBezTo>
                <a:cubicBezTo>
                  <a:pt x="244394" y="216098"/>
                  <a:pt x="255724" y="216098"/>
                  <a:pt x="262700" y="209122"/>
                </a:cubicBezTo>
                <a:lnTo>
                  <a:pt x="316278" y="155544"/>
                </a:lnTo>
                <a:cubicBezTo>
                  <a:pt x="323255" y="148568"/>
                  <a:pt x="323255" y="137238"/>
                  <a:pt x="316278" y="130262"/>
                </a:cubicBezTo>
                <a:lnTo>
                  <a:pt x="262700" y="76684"/>
                </a:lnTo>
                <a:cubicBezTo>
                  <a:pt x="255724" y="69707"/>
                  <a:pt x="244394" y="69707"/>
                  <a:pt x="237418" y="76684"/>
                </a:cubicBezTo>
                <a:close/>
                <a:moveTo>
                  <a:pt x="84106" y="76628"/>
                </a:moveTo>
                <a:cubicBezTo>
                  <a:pt x="77130" y="69652"/>
                  <a:pt x="65801" y="69652"/>
                  <a:pt x="58824" y="76628"/>
                </a:cubicBezTo>
                <a:lnTo>
                  <a:pt x="5246" y="130206"/>
                </a:lnTo>
                <a:cubicBezTo>
                  <a:pt x="-1730" y="137182"/>
                  <a:pt x="-1730" y="148512"/>
                  <a:pt x="5246" y="155488"/>
                </a:cubicBezTo>
                <a:lnTo>
                  <a:pt x="58824" y="209066"/>
                </a:lnTo>
                <a:cubicBezTo>
                  <a:pt x="65801" y="216043"/>
                  <a:pt x="77130" y="216043"/>
                  <a:pt x="84106" y="209066"/>
                </a:cubicBezTo>
                <a:cubicBezTo>
                  <a:pt x="91083" y="202090"/>
                  <a:pt x="91083" y="190760"/>
                  <a:pt x="84106" y="183784"/>
                </a:cubicBezTo>
                <a:lnTo>
                  <a:pt x="43142" y="142875"/>
                </a:lnTo>
                <a:lnTo>
                  <a:pt x="84051" y="101910"/>
                </a:lnTo>
                <a:cubicBezTo>
                  <a:pt x="91027" y="94934"/>
                  <a:pt x="91027" y="83604"/>
                  <a:pt x="84051" y="76628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0" name="Text 8"/>
          <p:cNvSpPr/>
          <p:nvPr/>
        </p:nvSpPr>
        <p:spPr>
          <a:xfrm>
            <a:off x="1081088" y="3209925"/>
            <a:ext cx="809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Syntax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09600" y="3667125"/>
            <a:ext cx="6858000" cy="609600"/>
          </a:xfrm>
          <a:custGeom>
            <a:avLst/>
            <a:gdLst/>
            <a:ahLst/>
            <a:cxnLst/>
            <a:rect l="l" t="t" r="r" b="b"/>
            <a:pathLst>
              <a:path w="6858000" h="609600">
                <a:moveTo>
                  <a:pt x="76200" y="0"/>
                </a:moveTo>
                <a:lnTo>
                  <a:pt x="6781800" y="0"/>
                </a:lnTo>
                <a:cubicBezTo>
                  <a:pt x="6823856" y="0"/>
                  <a:pt x="6858000" y="34144"/>
                  <a:pt x="6858000" y="76200"/>
                </a:cubicBezTo>
                <a:lnTo>
                  <a:pt x="6858000" y="533400"/>
                </a:lnTo>
                <a:cubicBezTo>
                  <a:pt x="6858000" y="575456"/>
                  <a:pt x="6823856" y="609600"/>
                  <a:pt x="67818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3806826"/>
            <a:ext cx="164693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$variableName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340372" y="3806826"/>
            <a:ext cx="24100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=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512814" y="3806826"/>
            <a:ext cx="79742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"value"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195935" y="3806826"/>
            <a:ext cx="17016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1000" y="4733925"/>
            <a:ext cx="7315200" cy="1752600"/>
          </a:xfrm>
          <a:custGeom>
            <a:avLst/>
            <a:gdLst/>
            <a:ahLst/>
            <a:cxnLst/>
            <a:rect l="l" t="t" r="r" b="b"/>
            <a:pathLst>
              <a:path w="7315200" h="1752600">
                <a:moveTo>
                  <a:pt x="152406" y="0"/>
                </a:moveTo>
                <a:lnTo>
                  <a:pt x="7162794" y="0"/>
                </a:lnTo>
                <a:cubicBezTo>
                  <a:pt x="7246965" y="0"/>
                  <a:pt x="7315200" y="68235"/>
                  <a:pt x="7315200" y="152406"/>
                </a:cubicBezTo>
                <a:lnTo>
                  <a:pt x="7315200" y="1600194"/>
                </a:lnTo>
                <a:cubicBezTo>
                  <a:pt x="7315200" y="1684365"/>
                  <a:pt x="7246965" y="1752600"/>
                  <a:pt x="7162794" y="1752600"/>
                </a:cubicBezTo>
                <a:lnTo>
                  <a:pt x="152406" y="1752600"/>
                </a:lnTo>
                <a:cubicBezTo>
                  <a:pt x="68235" y="1752600"/>
                  <a:pt x="0" y="1684365"/>
                  <a:pt x="0" y="160019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7" name="Shape 15"/>
          <p:cNvSpPr/>
          <p:nvPr/>
        </p:nvSpPr>
        <p:spPr>
          <a:xfrm>
            <a:off x="647700" y="49720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142875"/>
                </a:moveTo>
                <a:cubicBezTo>
                  <a:pt x="0" y="64020"/>
                  <a:pt x="64020" y="0"/>
                  <a:pt x="142875" y="0"/>
                </a:cubicBez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lose/>
                <a:moveTo>
                  <a:pt x="105091" y="82097"/>
                </a:moveTo>
                <a:cubicBezTo>
                  <a:pt x="100850" y="84441"/>
                  <a:pt x="98227" y="88962"/>
                  <a:pt x="98227" y="93762"/>
                </a:cubicBezTo>
                <a:lnTo>
                  <a:pt x="98227" y="191988"/>
                </a:lnTo>
                <a:cubicBezTo>
                  <a:pt x="98227" y="196844"/>
                  <a:pt x="100850" y="201309"/>
                  <a:pt x="105091" y="203653"/>
                </a:cubicBezTo>
                <a:cubicBezTo>
                  <a:pt x="109333" y="205997"/>
                  <a:pt x="114467" y="205941"/>
                  <a:pt x="118653" y="203374"/>
                </a:cubicBezTo>
                <a:lnTo>
                  <a:pt x="199020" y="154260"/>
                </a:lnTo>
                <a:cubicBezTo>
                  <a:pt x="202983" y="151805"/>
                  <a:pt x="205439" y="147507"/>
                  <a:pt x="205439" y="142819"/>
                </a:cubicBezTo>
                <a:cubicBezTo>
                  <a:pt x="205439" y="138131"/>
                  <a:pt x="202983" y="133834"/>
                  <a:pt x="199020" y="131378"/>
                </a:cubicBezTo>
                <a:lnTo>
                  <a:pt x="118653" y="82265"/>
                </a:lnTo>
                <a:cubicBezTo>
                  <a:pt x="114523" y="79753"/>
                  <a:pt x="109333" y="79642"/>
                  <a:pt x="105091" y="81986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1081088" y="4962525"/>
            <a:ext cx="971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Example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9600" y="5419725"/>
            <a:ext cx="6858000" cy="838200"/>
          </a:xfrm>
          <a:custGeom>
            <a:avLst/>
            <a:gdLst/>
            <a:ahLst/>
            <a:cxnLst/>
            <a:rect l="l" t="t" r="r" b="b"/>
            <a:pathLst>
              <a:path w="6858000" h="838200">
                <a:moveTo>
                  <a:pt x="76201" y="0"/>
                </a:moveTo>
                <a:lnTo>
                  <a:pt x="6781799" y="0"/>
                </a:lnTo>
                <a:cubicBezTo>
                  <a:pt x="6823884" y="0"/>
                  <a:pt x="6858000" y="34116"/>
                  <a:pt x="6858000" y="76201"/>
                </a:cubicBezTo>
                <a:lnTo>
                  <a:pt x="6858000" y="761999"/>
                </a:lnTo>
                <a:cubicBezTo>
                  <a:pt x="6858000" y="804084"/>
                  <a:pt x="6823884" y="838200"/>
                  <a:pt x="6781799" y="838200"/>
                </a:cubicBezTo>
                <a:lnTo>
                  <a:pt x="76201" y="838200"/>
                </a:lnTo>
                <a:cubicBezTo>
                  <a:pt x="34116" y="838200"/>
                  <a:pt x="0" y="804084"/>
                  <a:pt x="0" y="761999"/>
                </a:cubicBezTo>
                <a:lnTo>
                  <a:pt x="0" y="76201"/>
                </a:lnTo>
                <a:cubicBezTo>
                  <a:pt x="0" y="34144"/>
                  <a:pt x="34144" y="0"/>
                  <a:pt x="76201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762000" y="5565777"/>
            <a:ext cx="67895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$name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83804" y="5565777"/>
            <a:ext cx="20081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=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27473" y="5565777"/>
            <a:ext cx="824508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"Ahmed"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256731" y="5565777"/>
            <a:ext cx="14178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62000" y="5832477"/>
            <a:ext cx="52278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$age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27634" y="5832477"/>
            <a:ext cx="20081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=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71302" y="5832477"/>
            <a:ext cx="288429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64481" y="5832477"/>
            <a:ext cx="14178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001000" y="1219200"/>
            <a:ext cx="3810000" cy="5267325"/>
          </a:xfrm>
          <a:custGeom>
            <a:avLst/>
            <a:gdLst/>
            <a:ahLst/>
            <a:cxnLst/>
            <a:rect l="l" t="t" r="r" b="b"/>
            <a:pathLst>
              <a:path w="3810000" h="5267325">
                <a:moveTo>
                  <a:pt x="152400" y="0"/>
                </a:moveTo>
                <a:lnTo>
                  <a:pt x="3657600" y="0"/>
                </a:lnTo>
                <a:cubicBezTo>
                  <a:pt x="3741712" y="0"/>
                  <a:pt x="3810000" y="68288"/>
                  <a:pt x="3810000" y="152400"/>
                </a:cubicBezTo>
                <a:lnTo>
                  <a:pt x="3810000" y="5114925"/>
                </a:lnTo>
                <a:cubicBezTo>
                  <a:pt x="3810000" y="5199037"/>
                  <a:pt x="3741712" y="5267325"/>
                  <a:pt x="3657600" y="5267325"/>
                </a:cubicBezTo>
                <a:lnTo>
                  <a:pt x="152400" y="5267325"/>
                </a:lnTo>
                <a:cubicBezTo>
                  <a:pt x="68288" y="5267325"/>
                  <a:pt x="0" y="5199037"/>
                  <a:pt x="0" y="5114925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10000"/>
                </a:srgbClr>
              </a:gs>
              <a:gs pos="100000">
                <a:srgbClr val="8B5CF6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29" name="Shape 27"/>
          <p:cNvSpPr/>
          <p:nvPr/>
        </p:nvSpPr>
        <p:spPr>
          <a:xfrm>
            <a:off x="9334500" y="1814513"/>
            <a:ext cx="1143000" cy="914400"/>
          </a:xfrm>
          <a:custGeom>
            <a:avLst/>
            <a:gdLst/>
            <a:ahLst/>
            <a:cxnLst/>
            <a:rect l="l" t="t" r="r" b="b"/>
            <a:pathLst>
              <a:path w="1143000" h="914400">
                <a:moveTo>
                  <a:pt x="1000661" y="423624"/>
                </a:moveTo>
                <a:cubicBezTo>
                  <a:pt x="1019235" y="444698"/>
                  <a:pt x="1051203" y="449342"/>
                  <a:pt x="1075313" y="433447"/>
                </a:cubicBezTo>
                <a:cubicBezTo>
                  <a:pt x="1101566" y="415945"/>
                  <a:pt x="1108710" y="380405"/>
                  <a:pt x="1091208" y="354151"/>
                </a:cubicBezTo>
                <a:lnTo>
                  <a:pt x="1005483" y="225564"/>
                </a:lnTo>
                <a:cubicBezTo>
                  <a:pt x="1000482" y="218063"/>
                  <a:pt x="993696" y="211812"/>
                  <a:pt x="985659" y="207347"/>
                </a:cubicBezTo>
                <a:lnTo>
                  <a:pt x="627578" y="8394"/>
                </a:lnTo>
                <a:cubicBezTo>
                  <a:pt x="593110" y="-10716"/>
                  <a:pt x="551140" y="-10716"/>
                  <a:pt x="516493" y="8394"/>
                </a:cubicBezTo>
                <a:lnTo>
                  <a:pt x="158591" y="207169"/>
                </a:lnTo>
                <a:cubicBezTo>
                  <a:pt x="148947" y="212527"/>
                  <a:pt x="141268" y="220385"/>
                  <a:pt x="136088" y="230029"/>
                </a:cubicBezTo>
                <a:lnTo>
                  <a:pt x="49470" y="390585"/>
                </a:lnTo>
                <a:cubicBezTo>
                  <a:pt x="26968" y="432375"/>
                  <a:pt x="42684" y="484346"/>
                  <a:pt x="84475" y="506849"/>
                </a:cubicBezTo>
                <a:lnTo>
                  <a:pt x="143411" y="538460"/>
                </a:lnTo>
                <a:lnTo>
                  <a:pt x="143411" y="633651"/>
                </a:lnTo>
                <a:cubicBezTo>
                  <a:pt x="143411" y="674727"/>
                  <a:pt x="165556" y="712768"/>
                  <a:pt x="201275" y="733127"/>
                </a:cubicBezTo>
                <a:lnTo>
                  <a:pt x="515600" y="911185"/>
                </a:lnTo>
                <a:cubicBezTo>
                  <a:pt x="550605" y="931009"/>
                  <a:pt x="593288" y="931009"/>
                  <a:pt x="628293" y="911185"/>
                </a:cubicBezTo>
                <a:lnTo>
                  <a:pt x="942618" y="733127"/>
                </a:lnTo>
                <a:cubicBezTo>
                  <a:pt x="978515" y="712768"/>
                  <a:pt x="1000482" y="674906"/>
                  <a:pt x="1000482" y="633651"/>
                </a:cubicBezTo>
                <a:lnTo>
                  <a:pt x="1000482" y="423803"/>
                </a:lnTo>
                <a:close/>
                <a:moveTo>
                  <a:pt x="572036" y="406122"/>
                </a:moveTo>
                <a:lnTo>
                  <a:pt x="303967" y="257175"/>
                </a:lnTo>
                <a:lnTo>
                  <a:pt x="572036" y="108228"/>
                </a:lnTo>
                <a:lnTo>
                  <a:pt x="840105" y="257175"/>
                </a:lnTo>
                <a:lnTo>
                  <a:pt x="572036" y="406122"/>
                </a:lnTo>
                <a:close/>
                <a:moveTo>
                  <a:pt x="497919" y="495776"/>
                </a:moveTo>
                <a:lnTo>
                  <a:pt x="459879" y="578287"/>
                </a:lnTo>
                <a:lnTo>
                  <a:pt x="163770" y="419695"/>
                </a:lnTo>
                <a:lnTo>
                  <a:pt x="209133" y="335399"/>
                </a:lnTo>
                <a:lnTo>
                  <a:pt x="497919" y="495776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30" name="Text 28"/>
          <p:cNvSpPr/>
          <p:nvPr/>
        </p:nvSpPr>
        <p:spPr>
          <a:xfrm>
            <a:off x="8544520" y="2957513"/>
            <a:ext cx="27241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Real-World Analogy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229600" y="3452813"/>
            <a:ext cx="3352800" cy="1619250"/>
          </a:xfrm>
          <a:custGeom>
            <a:avLst/>
            <a:gdLst/>
            <a:ahLst/>
            <a:cxnLst/>
            <a:rect l="l" t="t" r="r" b="b"/>
            <a:pathLst>
              <a:path w="3352800" h="1619250">
                <a:moveTo>
                  <a:pt x="114303" y="0"/>
                </a:moveTo>
                <a:lnTo>
                  <a:pt x="3238497" y="0"/>
                </a:lnTo>
                <a:cubicBezTo>
                  <a:pt x="3301583" y="0"/>
                  <a:pt x="3352800" y="51217"/>
                  <a:pt x="3352800" y="114303"/>
                </a:cubicBezTo>
                <a:lnTo>
                  <a:pt x="3352800" y="1504947"/>
                </a:lnTo>
                <a:cubicBezTo>
                  <a:pt x="3352800" y="1568033"/>
                  <a:pt x="3301583" y="1619250"/>
                  <a:pt x="3238497" y="1619250"/>
                </a:cubicBezTo>
                <a:lnTo>
                  <a:pt x="114303" y="1619250"/>
                </a:lnTo>
                <a:cubicBezTo>
                  <a:pt x="51217" y="1619250"/>
                  <a:pt x="0" y="1568033"/>
                  <a:pt x="0" y="1504947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372475" y="3643313"/>
            <a:ext cx="30670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Think of a variable as a </a:t>
            </a:r>
            <a:r>
              <a:rPr lang="en-US" sz="15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labeled storage box</a:t>
            </a: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The label is the variable name, and what's inside is the value!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229600" y="5300663"/>
            <a:ext cx="3352800" cy="590550"/>
          </a:xfrm>
          <a:custGeom>
            <a:avLst/>
            <a:gdLst/>
            <a:ahLst/>
            <a:cxnLst/>
            <a:rect l="l" t="t" r="r" b="b"/>
            <a:pathLst>
              <a:path w="3352800" h="590550">
                <a:moveTo>
                  <a:pt x="114301" y="0"/>
                </a:moveTo>
                <a:lnTo>
                  <a:pt x="3238499" y="0"/>
                </a:lnTo>
                <a:cubicBezTo>
                  <a:pt x="3301626" y="0"/>
                  <a:pt x="3352800" y="51174"/>
                  <a:pt x="3352800" y="114301"/>
                </a:cubicBezTo>
                <a:lnTo>
                  <a:pt x="3352800" y="476249"/>
                </a:lnTo>
                <a:cubicBezTo>
                  <a:pt x="3352800" y="539376"/>
                  <a:pt x="3301626" y="590550"/>
                  <a:pt x="3238499" y="590550"/>
                </a:cubicBezTo>
                <a:lnTo>
                  <a:pt x="114301" y="590550"/>
                </a:lnTo>
                <a:cubicBezTo>
                  <a:pt x="51174" y="590550"/>
                  <a:pt x="0" y="539376"/>
                  <a:pt x="0" y="4762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420100" y="5453063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8138" y="53578"/>
                </a:moveTo>
                <a:lnTo>
                  <a:pt x="18138" y="137015"/>
                </a:lnTo>
                <a:cubicBezTo>
                  <a:pt x="18138" y="146503"/>
                  <a:pt x="21878" y="155600"/>
                  <a:pt x="28575" y="162297"/>
                </a:cubicBezTo>
                <a:lnTo>
                  <a:pt x="135731" y="269453"/>
                </a:lnTo>
                <a:cubicBezTo>
                  <a:pt x="149684" y="283406"/>
                  <a:pt x="172287" y="283406"/>
                  <a:pt x="186240" y="269453"/>
                </a:cubicBezTo>
                <a:lnTo>
                  <a:pt x="269677" y="186017"/>
                </a:lnTo>
                <a:cubicBezTo>
                  <a:pt x="283629" y="172064"/>
                  <a:pt x="283629" y="149461"/>
                  <a:pt x="269677" y="135508"/>
                </a:cubicBezTo>
                <a:lnTo>
                  <a:pt x="162520" y="28352"/>
                </a:lnTo>
                <a:cubicBezTo>
                  <a:pt x="155823" y="21599"/>
                  <a:pt x="146782" y="17859"/>
                  <a:pt x="137294" y="17859"/>
                </a:cubicBezTo>
                <a:lnTo>
                  <a:pt x="53857" y="17859"/>
                </a:lnTo>
                <a:cubicBezTo>
                  <a:pt x="34156" y="17859"/>
                  <a:pt x="18138" y="33877"/>
                  <a:pt x="18138" y="53578"/>
                </a:cubicBezTo>
                <a:close/>
                <a:moveTo>
                  <a:pt x="80646" y="62508"/>
                </a:moveTo>
                <a:cubicBezTo>
                  <a:pt x="90503" y="62508"/>
                  <a:pt x="98506" y="70510"/>
                  <a:pt x="98506" y="80367"/>
                </a:cubicBezTo>
                <a:cubicBezTo>
                  <a:pt x="98506" y="90224"/>
                  <a:pt x="90503" y="98227"/>
                  <a:pt x="80646" y="98227"/>
                </a:cubicBezTo>
                <a:cubicBezTo>
                  <a:pt x="70789" y="98227"/>
                  <a:pt x="62787" y="90224"/>
                  <a:pt x="62787" y="80367"/>
                </a:cubicBezTo>
                <a:cubicBezTo>
                  <a:pt x="62787" y="70510"/>
                  <a:pt x="70789" y="62508"/>
                  <a:pt x="80646" y="62508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35" name="Text 33"/>
          <p:cNvSpPr/>
          <p:nvPr/>
        </p:nvSpPr>
        <p:spPr>
          <a:xfrm>
            <a:off x="8853488" y="5462588"/>
            <a:ext cx="1181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$name = "Ali"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Variable Naming Rules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17500" y="79375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15875" y="0"/>
                </a:moveTo>
                <a:lnTo>
                  <a:pt x="746125" y="0"/>
                </a:lnTo>
                <a:cubicBezTo>
                  <a:pt x="754887" y="0"/>
                  <a:pt x="762000" y="7113"/>
                  <a:pt x="762000" y="15875"/>
                </a:cubicBezTo>
                <a:lnTo>
                  <a:pt x="762000" y="15875"/>
                </a:lnTo>
                <a:cubicBezTo>
                  <a:pt x="762000" y="24637"/>
                  <a:pt x="754887" y="31750"/>
                  <a:pt x="746125" y="31750"/>
                </a:cubicBezTo>
                <a:lnTo>
                  <a:pt x="15875" y="31750"/>
                </a:lnTo>
                <a:cubicBezTo>
                  <a:pt x="7113" y="31750"/>
                  <a:pt x="0" y="24637"/>
                  <a:pt x="0" y="158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317500" y="1016000"/>
            <a:ext cx="7334250" cy="793750"/>
          </a:xfrm>
          <a:custGeom>
            <a:avLst/>
            <a:gdLst/>
            <a:ahLst/>
            <a:cxnLst/>
            <a:rect l="l" t="t" r="r" b="b"/>
            <a:pathLst>
              <a:path w="7334250" h="793750">
                <a:moveTo>
                  <a:pt x="95250" y="0"/>
                </a:moveTo>
                <a:lnTo>
                  <a:pt x="7239000" y="0"/>
                </a:lnTo>
                <a:cubicBezTo>
                  <a:pt x="7291570" y="0"/>
                  <a:pt x="7334250" y="42680"/>
                  <a:pt x="7334250" y="95250"/>
                </a:cubicBezTo>
                <a:lnTo>
                  <a:pt x="7334250" y="698500"/>
                </a:lnTo>
                <a:cubicBezTo>
                  <a:pt x="7334250" y="751070"/>
                  <a:pt x="7291570" y="793750"/>
                  <a:pt x="7239000" y="793750"/>
                </a:cubicBezTo>
                <a:lnTo>
                  <a:pt x="95250" y="793750"/>
                </a:lnTo>
                <a:cubicBezTo>
                  <a:pt x="42680" y="793750"/>
                  <a:pt x="0" y="751070"/>
                  <a:pt x="0" y="69850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5" name="Shape 3"/>
          <p:cNvSpPr/>
          <p:nvPr/>
        </p:nvSpPr>
        <p:spPr>
          <a:xfrm>
            <a:off x="476250" y="1174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636488" y="1238250"/>
            <a:ext cx="158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4250" y="1174750"/>
            <a:ext cx="2135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Must Start with </a:t>
            </a:r>
            <a:r>
              <a:rPr lang="en-US" sz="1250" b="1" dirty="0">
                <a:solidFill>
                  <a:srgbClr val="3B82F6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$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84250" y="1428750"/>
            <a:ext cx="2127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variable needs a dollar sign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17500" y="1936750"/>
            <a:ext cx="7334250" cy="793750"/>
          </a:xfrm>
          <a:custGeom>
            <a:avLst/>
            <a:gdLst/>
            <a:ahLst/>
            <a:cxnLst/>
            <a:rect l="l" t="t" r="r" b="b"/>
            <a:pathLst>
              <a:path w="7334250" h="793750">
                <a:moveTo>
                  <a:pt x="95250" y="0"/>
                </a:moveTo>
                <a:lnTo>
                  <a:pt x="7239000" y="0"/>
                </a:lnTo>
                <a:cubicBezTo>
                  <a:pt x="7291570" y="0"/>
                  <a:pt x="7334250" y="42680"/>
                  <a:pt x="7334250" y="95250"/>
                </a:cubicBezTo>
                <a:lnTo>
                  <a:pt x="7334250" y="698500"/>
                </a:lnTo>
                <a:cubicBezTo>
                  <a:pt x="7334250" y="751070"/>
                  <a:pt x="7291570" y="793750"/>
                  <a:pt x="7239000" y="793750"/>
                </a:cubicBezTo>
                <a:lnTo>
                  <a:pt x="95250" y="793750"/>
                </a:lnTo>
                <a:cubicBezTo>
                  <a:pt x="42680" y="793750"/>
                  <a:pt x="0" y="751070"/>
                  <a:pt x="0" y="69850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0" name="Shape 8"/>
          <p:cNvSpPr/>
          <p:nvPr/>
        </p:nvSpPr>
        <p:spPr>
          <a:xfrm>
            <a:off x="476250" y="2095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618216" y="2159000"/>
            <a:ext cx="19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84250" y="2095500"/>
            <a:ext cx="1770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Start with Letter or </a:t>
            </a:r>
            <a:r>
              <a:rPr lang="en-US" sz="1250" b="1" dirty="0">
                <a:solidFill>
                  <a:srgbClr val="8B5CF6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_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84250" y="2349500"/>
            <a:ext cx="17621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Cannot start with a number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17500" y="2857500"/>
            <a:ext cx="7334250" cy="793750"/>
          </a:xfrm>
          <a:custGeom>
            <a:avLst/>
            <a:gdLst/>
            <a:ahLst/>
            <a:cxnLst/>
            <a:rect l="l" t="t" r="r" b="b"/>
            <a:pathLst>
              <a:path w="7334250" h="793750">
                <a:moveTo>
                  <a:pt x="95250" y="0"/>
                </a:moveTo>
                <a:lnTo>
                  <a:pt x="7239000" y="0"/>
                </a:lnTo>
                <a:cubicBezTo>
                  <a:pt x="7291570" y="0"/>
                  <a:pt x="7334250" y="42680"/>
                  <a:pt x="7334250" y="95250"/>
                </a:cubicBezTo>
                <a:lnTo>
                  <a:pt x="7334250" y="698500"/>
                </a:lnTo>
                <a:cubicBezTo>
                  <a:pt x="7334250" y="751070"/>
                  <a:pt x="7291570" y="793750"/>
                  <a:pt x="7239000" y="793750"/>
                </a:cubicBezTo>
                <a:lnTo>
                  <a:pt x="95250" y="793750"/>
                </a:lnTo>
                <a:cubicBezTo>
                  <a:pt x="42680" y="793750"/>
                  <a:pt x="0" y="751070"/>
                  <a:pt x="0" y="69850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5" name="Shape 13"/>
          <p:cNvSpPr/>
          <p:nvPr/>
        </p:nvSpPr>
        <p:spPr>
          <a:xfrm>
            <a:off x="476250" y="3016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615735" y="3079750"/>
            <a:ext cx="1984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84250" y="3016250"/>
            <a:ext cx="20320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Letters, Numbers, </a:t>
            </a:r>
            <a:r>
              <a:rPr lang="en-US" sz="1250" b="1" dirty="0">
                <a:solidFill>
                  <a:srgbClr val="22C55E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_</a:t>
            </a:r>
            <a:r>
              <a:rPr lang="en-US" sz="12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 Only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84250" y="3270250"/>
            <a:ext cx="2024062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spaces or special characters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17500" y="3778250"/>
            <a:ext cx="7334250" cy="793750"/>
          </a:xfrm>
          <a:custGeom>
            <a:avLst/>
            <a:gdLst/>
            <a:ahLst/>
            <a:cxnLst/>
            <a:rect l="l" t="t" r="r" b="b"/>
            <a:pathLst>
              <a:path w="7334250" h="793750">
                <a:moveTo>
                  <a:pt x="95250" y="0"/>
                </a:moveTo>
                <a:lnTo>
                  <a:pt x="7239000" y="0"/>
                </a:lnTo>
                <a:cubicBezTo>
                  <a:pt x="7291570" y="0"/>
                  <a:pt x="7334250" y="42680"/>
                  <a:pt x="7334250" y="95250"/>
                </a:cubicBezTo>
                <a:lnTo>
                  <a:pt x="7334250" y="698500"/>
                </a:lnTo>
                <a:cubicBezTo>
                  <a:pt x="7334250" y="751070"/>
                  <a:pt x="7291570" y="793750"/>
                  <a:pt x="7239000" y="793750"/>
                </a:cubicBezTo>
                <a:lnTo>
                  <a:pt x="95250" y="793750"/>
                </a:lnTo>
                <a:cubicBezTo>
                  <a:pt x="42680" y="793750"/>
                  <a:pt x="0" y="751070"/>
                  <a:pt x="0" y="69850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0" name="Shape 18"/>
          <p:cNvSpPr/>
          <p:nvPr/>
        </p:nvSpPr>
        <p:spPr>
          <a:xfrm>
            <a:off x="476250" y="3937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18298" y="4000500"/>
            <a:ext cx="190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84250" y="3937000"/>
            <a:ext cx="2071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Case-Sensitive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84250" y="4191000"/>
            <a:ext cx="20637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$name</a:t>
            </a:r>
            <a:r>
              <a:rPr lang="en-US" sz="1125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r>
              <a:rPr lang="en-US" sz="1125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$Name</a:t>
            </a:r>
            <a:r>
              <a:rPr lang="en-US" sz="1125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are different!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913688" y="285025"/>
            <a:ext cx="3952875" cy="3000375"/>
          </a:xfrm>
          <a:custGeom>
            <a:avLst/>
            <a:gdLst/>
            <a:ahLst/>
            <a:cxnLst/>
            <a:rect l="l" t="t" r="r" b="b"/>
            <a:pathLst>
              <a:path w="3952875" h="3000375">
                <a:moveTo>
                  <a:pt x="127006" y="0"/>
                </a:moveTo>
                <a:lnTo>
                  <a:pt x="3825869" y="0"/>
                </a:lnTo>
                <a:cubicBezTo>
                  <a:pt x="3896013" y="0"/>
                  <a:pt x="3952875" y="56862"/>
                  <a:pt x="3952875" y="127006"/>
                </a:cubicBezTo>
                <a:lnTo>
                  <a:pt x="3952875" y="2873369"/>
                </a:lnTo>
                <a:cubicBezTo>
                  <a:pt x="3952875" y="2943513"/>
                  <a:pt x="3896013" y="3000375"/>
                  <a:pt x="3825869" y="3000375"/>
                </a:cubicBezTo>
                <a:lnTo>
                  <a:pt x="127006" y="3000375"/>
                </a:lnTo>
                <a:cubicBezTo>
                  <a:pt x="56862" y="3000375"/>
                  <a:pt x="0" y="2943513"/>
                  <a:pt x="0" y="2873369"/>
                </a:cubicBezTo>
                <a:lnTo>
                  <a:pt x="0" y="127006"/>
                </a:lnTo>
                <a:cubicBezTo>
                  <a:pt x="0" y="56909"/>
                  <a:pt x="56909" y="0"/>
                  <a:pt x="127006" y="0"/>
                </a:cubicBezTo>
                <a:close/>
              </a:path>
            </a:pathLst>
          </a:custGeom>
          <a:solidFill>
            <a:srgbClr val="22C55E">
              <a:alpha val="10196"/>
            </a:srgbClr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47844" y="50193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89979" y="118709"/>
                </a:moveTo>
                <a:lnTo>
                  <a:pt x="145331" y="190147"/>
                </a:lnTo>
                <a:cubicBezTo>
                  <a:pt x="142987" y="193886"/>
                  <a:pt x="138968" y="196230"/>
                  <a:pt x="134559" y="196453"/>
                </a:cubicBezTo>
                <a:cubicBezTo>
                  <a:pt x="130150" y="196676"/>
                  <a:pt x="125909" y="194667"/>
                  <a:pt x="123285" y="191095"/>
                </a:cubicBezTo>
                <a:lnTo>
                  <a:pt x="96496" y="155377"/>
                </a:lnTo>
                <a:cubicBezTo>
                  <a:pt x="92032" y="149461"/>
                  <a:pt x="93259" y="141089"/>
                  <a:pt x="99175" y="136624"/>
                </a:cubicBezTo>
                <a:cubicBezTo>
                  <a:pt x="105091" y="132159"/>
                  <a:pt x="113463" y="133387"/>
                  <a:pt x="117928" y="139303"/>
                </a:cubicBezTo>
                <a:lnTo>
                  <a:pt x="132997" y="159395"/>
                </a:lnTo>
                <a:lnTo>
                  <a:pt x="167264" y="104533"/>
                </a:lnTo>
                <a:cubicBezTo>
                  <a:pt x="171171" y="98282"/>
                  <a:pt x="179431" y="96329"/>
                  <a:pt x="185738" y="100292"/>
                </a:cubicBezTo>
                <a:cubicBezTo>
                  <a:pt x="192044" y="104254"/>
                  <a:pt x="193942" y="112458"/>
                  <a:pt x="189979" y="118765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26" name="Text 24"/>
          <p:cNvSpPr/>
          <p:nvPr/>
        </p:nvSpPr>
        <p:spPr>
          <a:xfrm>
            <a:off x="8564563" y="517809"/>
            <a:ext cx="103981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22C55E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✅ Correct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112125" y="914684"/>
            <a:ext cx="3556000" cy="476250"/>
          </a:xfrm>
          <a:custGeom>
            <a:avLst/>
            <a:gdLst/>
            <a:ahLst/>
            <a:cxnLst/>
            <a:rect l="l" t="t" r="r" b="b"/>
            <a:pathLst>
              <a:path w="3556000" h="476250">
                <a:moveTo>
                  <a:pt x="63498" y="0"/>
                </a:moveTo>
                <a:lnTo>
                  <a:pt x="3492502" y="0"/>
                </a:lnTo>
                <a:cubicBezTo>
                  <a:pt x="3527571" y="0"/>
                  <a:pt x="3556000" y="28429"/>
                  <a:pt x="3556000" y="63498"/>
                </a:cubicBezTo>
                <a:lnTo>
                  <a:pt x="3556000" y="412752"/>
                </a:lnTo>
                <a:cubicBezTo>
                  <a:pt x="3556000" y="447821"/>
                  <a:pt x="3527571" y="476250"/>
                  <a:pt x="3492502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8239125" y="1046976"/>
            <a:ext cx="730994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$myName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12125" y="1486184"/>
            <a:ext cx="3556000" cy="476250"/>
          </a:xfrm>
          <a:custGeom>
            <a:avLst/>
            <a:gdLst/>
            <a:ahLst/>
            <a:cxnLst/>
            <a:rect l="l" t="t" r="r" b="b"/>
            <a:pathLst>
              <a:path w="3556000" h="476250">
                <a:moveTo>
                  <a:pt x="63498" y="0"/>
                </a:moveTo>
                <a:lnTo>
                  <a:pt x="3492502" y="0"/>
                </a:lnTo>
                <a:cubicBezTo>
                  <a:pt x="3527571" y="0"/>
                  <a:pt x="3556000" y="28429"/>
                  <a:pt x="3556000" y="63498"/>
                </a:cubicBezTo>
                <a:lnTo>
                  <a:pt x="3556000" y="412752"/>
                </a:lnTo>
                <a:cubicBezTo>
                  <a:pt x="3556000" y="447821"/>
                  <a:pt x="3527571" y="476250"/>
                  <a:pt x="3492502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30" name="Text 28"/>
          <p:cNvSpPr/>
          <p:nvPr/>
        </p:nvSpPr>
        <p:spPr>
          <a:xfrm>
            <a:off x="8239125" y="1618476"/>
            <a:ext cx="774568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$my_name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112125" y="2057684"/>
            <a:ext cx="3556000" cy="476250"/>
          </a:xfrm>
          <a:custGeom>
            <a:avLst/>
            <a:gdLst/>
            <a:ahLst/>
            <a:cxnLst/>
            <a:rect l="l" t="t" r="r" b="b"/>
            <a:pathLst>
              <a:path w="3556000" h="476250">
                <a:moveTo>
                  <a:pt x="63498" y="0"/>
                </a:moveTo>
                <a:lnTo>
                  <a:pt x="3492502" y="0"/>
                </a:lnTo>
                <a:cubicBezTo>
                  <a:pt x="3527571" y="0"/>
                  <a:pt x="3556000" y="28429"/>
                  <a:pt x="3556000" y="63498"/>
                </a:cubicBezTo>
                <a:lnTo>
                  <a:pt x="3556000" y="412752"/>
                </a:lnTo>
                <a:cubicBezTo>
                  <a:pt x="3556000" y="447821"/>
                  <a:pt x="3527571" y="476250"/>
                  <a:pt x="3492502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32" name="Text 30"/>
          <p:cNvSpPr/>
          <p:nvPr/>
        </p:nvSpPr>
        <p:spPr>
          <a:xfrm>
            <a:off x="8239125" y="2189976"/>
            <a:ext cx="590104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$_count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112125" y="2629184"/>
            <a:ext cx="3556000" cy="476250"/>
          </a:xfrm>
          <a:custGeom>
            <a:avLst/>
            <a:gdLst/>
            <a:ahLst/>
            <a:cxnLst/>
            <a:rect l="l" t="t" r="r" b="b"/>
            <a:pathLst>
              <a:path w="3556000" h="476250">
                <a:moveTo>
                  <a:pt x="63498" y="0"/>
                </a:moveTo>
                <a:lnTo>
                  <a:pt x="3492502" y="0"/>
                </a:lnTo>
                <a:cubicBezTo>
                  <a:pt x="3527571" y="0"/>
                  <a:pt x="3556000" y="28429"/>
                  <a:pt x="3556000" y="63498"/>
                </a:cubicBezTo>
                <a:lnTo>
                  <a:pt x="3556000" y="412752"/>
                </a:lnTo>
                <a:cubicBezTo>
                  <a:pt x="3556000" y="447821"/>
                  <a:pt x="3527571" y="476250"/>
                  <a:pt x="3492502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34" name="Text 32"/>
          <p:cNvSpPr/>
          <p:nvPr/>
        </p:nvSpPr>
        <p:spPr>
          <a:xfrm>
            <a:off x="8239125" y="2761476"/>
            <a:ext cx="557361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$age25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7913688" y="3446747"/>
            <a:ext cx="3952875" cy="3000375"/>
          </a:xfrm>
          <a:custGeom>
            <a:avLst/>
            <a:gdLst/>
            <a:ahLst/>
            <a:cxnLst/>
            <a:rect l="l" t="t" r="r" b="b"/>
            <a:pathLst>
              <a:path w="3952875" h="3000375">
                <a:moveTo>
                  <a:pt x="127006" y="0"/>
                </a:moveTo>
                <a:lnTo>
                  <a:pt x="3825869" y="0"/>
                </a:lnTo>
                <a:cubicBezTo>
                  <a:pt x="3896013" y="0"/>
                  <a:pt x="3952875" y="56862"/>
                  <a:pt x="3952875" y="127006"/>
                </a:cubicBezTo>
                <a:lnTo>
                  <a:pt x="3952875" y="2873369"/>
                </a:lnTo>
                <a:cubicBezTo>
                  <a:pt x="3952875" y="2943513"/>
                  <a:pt x="3896013" y="3000375"/>
                  <a:pt x="3825869" y="3000375"/>
                </a:cubicBezTo>
                <a:lnTo>
                  <a:pt x="127006" y="3000375"/>
                </a:lnTo>
                <a:cubicBezTo>
                  <a:pt x="56862" y="3000375"/>
                  <a:pt x="0" y="2943513"/>
                  <a:pt x="0" y="2873369"/>
                </a:cubicBezTo>
                <a:lnTo>
                  <a:pt x="0" y="127006"/>
                </a:lnTo>
                <a:cubicBezTo>
                  <a:pt x="0" y="56909"/>
                  <a:pt x="56909" y="0"/>
                  <a:pt x="127006" y="0"/>
                </a:cubicBezTo>
                <a:close/>
              </a:path>
            </a:pathLst>
          </a:custGeom>
          <a:solidFill>
            <a:srgbClr val="EF4444">
              <a:alpha val="10196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47844" y="3645184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93204" y="93204"/>
                </a:moveTo>
                <a:cubicBezTo>
                  <a:pt x="98450" y="87957"/>
                  <a:pt x="106933" y="87957"/>
                  <a:pt x="112123" y="93204"/>
                </a:cubicBezTo>
                <a:lnTo>
                  <a:pt x="142819" y="123899"/>
                </a:lnTo>
                <a:lnTo>
                  <a:pt x="173515" y="93204"/>
                </a:lnTo>
                <a:cubicBezTo>
                  <a:pt x="178761" y="87957"/>
                  <a:pt x="187244" y="87957"/>
                  <a:pt x="192435" y="93204"/>
                </a:cubicBezTo>
                <a:cubicBezTo>
                  <a:pt x="197625" y="98450"/>
                  <a:pt x="197681" y="106933"/>
                  <a:pt x="192435" y="112123"/>
                </a:cubicBezTo>
                <a:lnTo>
                  <a:pt x="161739" y="142819"/>
                </a:lnTo>
                <a:lnTo>
                  <a:pt x="192435" y="173515"/>
                </a:lnTo>
                <a:cubicBezTo>
                  <a:pt x="197681" y="178761"/>
                  <a:pt x="197681" y="187244"/>
                  <a:pt x="192435" y="192435"/>
                </a:cubicBezTo>
                <a:cubicBezTo>
                  <a:pt x="187189" y="197625"/>
                  <a:pt x="178705" y="197681"/>
                  <a:pt x="173515" y="192435"/>
                </a:cubicBezTo>
                <a:lnTo>
                  <a:pt x="142819" y="161739"/>
                </a:lnTo>
                <a:lnTo>
                  <a:pt x="112123" y="192435"/>
                </a:lnTo>
                <a:cubicBezTo>
                  <a:pt x="106877" y="197681"/>
                  <a:pt x="98394" y="197681"/>
                  <a:pt x="93204" y="192435"/>
                </a:cubicBezTo>
                <a:cubicBezTo>
                  <a:pt x="88013" y="187189"/>
                  <a:pt x="87957" y="178705"/>
                  <a:pt x="93204" y="173515"/>
                </a:cubicBezTo>
                <a:lnTo>
                  <a:pt x="123899" y="142819"/>
                </a:lnTo>
                <a:lnTo>
                  <a:pt x="93204" y="112123"/>
                </a:lnTo>
                <a:cubicBezTo>
                  <a:pt x="87957" y="106877"/>
                  <a:pt x="87957" y="98394"/>
                  <a:pt x="93204" y="93204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37" name="Text 35"/>
          <p:cNvSpPr/>
          <p:nvPr/>
        </p:nvSpPr>
        <p:spPr>
          <a:xfrm>
            <a:off x="8564563" y="3661059"/>
            <a:ext cx="9921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F4444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❌ Wrong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112125" y="4057934"/>
            <a:ext cx="3556000" cy="476250"/>
          </a:xfrm>
          <a:custGeom>
            <a:avLst/>
            <a:gdLst/>
            <a:ahLst/>
            <a:cxnLst/>
            <a:rect l="l" t="t" r="r" b="b"/>
            <a:pathLst>
              <a:path w="3556000" h="476250">
                <a:moveTo>
                  <a:pt x="63498" y="0"/>
                </a:moveTo>
                <a:lnTo>
                  <a:pt x="3492502" y="0"/>
                </a:lnTo>
                <a:cubicBezTo>
                  <a:pt x="3527571" y="0"/>
                  <a:pt x="3556000" y="28429"/>
                  <a:pt x="3556000" y="63498"/>
                </a:cubicBezTo>
                <a:lnTo>
                  <a:pt x="3556000" y="412752"/>
                </a:lnTo>
                <a:cubicBezTo>
                  <a:pt x="3556000" y="447821"/>
                  <a:pt x="3527571" y="476250"/>
                  <a:pt x="3492502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39" name="Text 37"/>
          <p:cNvSpPr/>
          <p:nvPr/>
        </p:nvSpPr>
        <p:spPr>
          <a:xfrm>
            <a:off x="8239125" y="4190226"/>
            <a:ext cx="566374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$1name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762670" y="4190226"/>
            <a:ext cx="139220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Starts with number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112125" y="4629434"/>
            <a:ext cx="3556000" cy="476250"/>
          </a:xfrm>
          <a:custGeom>
            <a:avLst/>
            <a:gdLst/>
            <a:ahLst/>
            <a:cxnLst/>
            <a:rect l="l" t="t" r="r" b="b"/>
            <a:pathLst>
              <a:path w="3556000" h="476250">
                <a:moveTo>
                  <a:pt x="63498" y="0"/>
                </a:moveTo>
                <a:lnTo>
                  <a:pt x="3492502" y="0"/>
                </a:lnTo>
                <a:cubicBezTo>
                  <a:pt x="3527571" y="0"/>
                  <a:pt x="3556000" y="28429"/>
                  <a:pt x="3556000" y="63498"/>
                </a:cubicBezTo>
                <a:lnTo>
                  <a:pt x="3556000" y="412752"/>
                </a:lnTo>
                <a:cubicBezTo>
                  <a:pt x="3556000" y="447821"/>
                  <a:pt x="3527571" y="476250"/>
                  <a:pt x="3492502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42" name="Text 40"/>
          <p:cNvSpPr/>
          <p:nvPr/>
        </p:nvSpPr>
        <p:spPr>
          <a:xfrm>
            <a:off x="8239125" y="4761726"/>
            <a:ext cx="733392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$my name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929688" y="4761726"/>
            <a:ext cx="856589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Has space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112125" y="5200934"/>
            <a:ext cx="3556000" cy="476250"/>
          </a:xfrm>
          <a:custGeom>
            <a:avLst/>
            <a:gdLst/>
            <a:ahLst/>
            <a:cxnLst/>
            <a:rect l="l" t="t" r="r" b="b"/>
            <a:pathLst>
              <a:path w="3556000" h="476250">
                <a:moveTo>
                  <a:pt x="63498" y="0"/>
                </a:moveTo>
                <a:lnTo>
                  <a:pt x="3492502" y="0"/>
                </a:lnTo>
                <a:cubicBezTo>
                  <a:pt x="3527571" y="0"/>
                  <a:pt x="3556000" y="28429"/>
                  <a:pt x="3556000" y="63498"/>
                </a:cubicBezTo>
                <a:lnTo>
                  <a:pt x="3556000" y="412752"/>
                </a:lnTo>
                <a:cubicBezTo>
                  <a:pt x="3556000" y="447821"/>
                  <a:pt x="3527571" y="476250"/>
                  <a:pt x="3492502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45" name="Text 43"/>
          <p:cNvSpPr/>
          <p:nvPr/>
        </p:nvSpPr>
        <p:spPr>
          <a:xfrm>
            <a:off x="8239125" y="5333226"/>
            <a:ext cx="761835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$my-name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958131" y="5333226"/>
            <a:ext cx="946712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Has hyphen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112125" y="5772434"/>
            <a:ext cx="3556000" cy="476250"/>
          </a:xfrm>
          <a:custGeom>
            <a:avLst/>
            <a:gdLst/>
            <a:ahLst/>
            <a:cxnLst/>
            <a:rect l="l" t="t" r="r" b="b"/>
            <a:pathLst>
              <a:path w="3556000" h="476250">
                <a:moveTo>
                  <a:pt x="63498" y="0"/>
                </a:moveTo>
                <a:lnTo>
                  <a:pt x="3492502" y="0"/>
                </a:lnTo>
                <a:cubicBezTo>
                  <a:pt x="3527571" y="0"/>
                  <a:pt x="3556000" y="28429"/>
                  <a:pt x="3556000" y="63498"/>
                </a:cubicBezTo>
                <a:lnTo>
                  <a:pt x="3556000" y="412752"/>
                </a:lnTo>
                <a:cubicBezTo>
                  <a:pt x="3556000" y="447821"/>
                  <a:pt x="3527571" y="476250"/>
                  <a:pt x="3492502" y="476250"/>
                </a:cubicBezTo>
                <a:lnTo>
                  <a:pt x="63498" y="476250"/>
                </a:lnTo>
                <a:cubicBezTo>
                  <a:pt x="28429" y="476250"/>
                  <a:pt x="0" y="447821"/>
                  <a:pt x="0" y="412752"/>
                </a:cubicBezTo>
                <a:lnTo>
                  <a:pt x="0" y="63498"/>
                </a:lnTo>
                <a:cubicBezTo>
                  <a:pt x="0" y="28453"/>
                  <a:pt x="28453" y="0"/>
                  <a:pt x="63498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48" name="Text 46"/>
          <p:cNvSpPr/>
          <p:nvPr/>
        </p:nvSpPr>
        <p:spPr>
          <a:xfrm>
            <a:off x="8239125" y="5904726"/>
            <a:ext cx="420688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name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616984" y="5904726"/>
            <a:ext cx="816157" cy="206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Missing $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PHP Data Types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9525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19050" y="0"/>
                </a:moveTo>
                <a:lnTo>
                  <a:pt x="895350" y="0"/>
                </a:lnTo>
                <a:cubicBezTo>
                  <a:pt x="905864" y="0"/>
                  <a:pt x="914400" y="8536"/>
                  <a:pt x="914400" y="19050"/>
                </a:cubicBezTo>
                <a:lnTo>
                  <a:pt x="914400" y="19050"/>
                </a:lnTo>
                <a:cubicBezTo>
                  <a:pt x="914400" y="29564"/>
                  <a:pt x="905864" y="38100"/>
                  <a:pt x="8953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381000" y="11049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Variables can store different types of data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90525" y="1609725"/>
            <a:ext cx="5581650" cy="2305050"/>
          </a:xfrm>
          <a:custGeom>
            <a:avLst/>
            <a:gdLst/>
            <a:ahLst/>
            <a:cxnLst/>
            <a:rect l="l" t="t" r="r" b="b"/>
            <a:pathLst>
              <a:path w="5581650" h="2305050">
                <a:moveTo>
                  <a:pt x="152410" y="0"/>
                </a:moveTo>
                <a:lnTo>
                  <a:pt x="5429240" y="0"/>
                </a:lnTo>
                <a:cubicBezTo>
                  <a:pt x="5513414" y="0"/>
                  <a:pt x="5581650" y="68236"/>
                  <a:pt x="5581650" y="152410"/>
                </a:cubicBezTo>
                <a:lnTo>
                  <a:pt x="5581650" y="2152640"/>
                </a:lnTo>
                <a:cubicBezTo>
                  <a:pt x="5581650" y="2236814"/>
                  <a:pt x="5513414" y="2305050"/>
                  <a:pt x="5429240" y="2305050"/>
                </a:cubicBezTo>
                <a:lnTo>
                  <a:pt x="152410" y="2305050"/>
                </a:lnTo>
                <a:cubicBezTo>
                  <a:pt x="68236" y="2305050"/>
                  <a:pt x="0" y="2236814"/>
                  <a:pt x="0" y="2152640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10000"/>
                </a:srgbClr>
              </a:gs>
              <a:gs pos="100000">
                <a:srgbClr val="3B82F6">
                  <a:alpha val="5000"/>
                </a:srgbClr>
              </a:gs>
            </a:gsLst>
            <a:lin ang="2700000" scaled="1"/>
          </a:gradFill>
          <a:ln w="25400">
            <a:solidFill>
              <a:srgbClr val="3B82F6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8650" y="18478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792956" y="20097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59116" y="28296"/>
                </a:moveTo>
                <a:cubicBezTo>
                  <a:pt x="156214" y="21934"/>
                  <a:pt x="149851" y="17859"/>
                  <a:pt x="142875" y="17859"/>
                </a:cubicBezTo>
                <a:cubicBezTo>
                  <a:pt x="135899" y="17859"/>
                  <a:pt x="129536" y="21934"/>
                  <a:pt x="126634" y="28296"/>
                </a:cubicBezTo>
                <a:lnTo>
                  <a:pt x="33207" y="232172"/>
                </a:lnTo>
                <a:lnTo>
                  <a:pt x="26789" y="232172"/>
                </a:lnTo>
                <a:cubicBezTo>
                  <a:pt x="16911" y="232172"/>
                  <a:pt x="8930" y="240153"/>
                  <a:pt x="8930" y="250031"/>
                </a:cubicBezTo>
                <a:cubicBezTo>
                  <a:pt x="8930" y="259910"/>
                  <a:pt x="16911" y="267891"/>
                  <a:pt x="26789" y="267891"/>
                </a:cubicBezTo>
                <a:lnTo>
                  <a:pt x="75902" y="267891"/>
                </a:lnTo>
                <a:cubicBezTo>
                  <a:pt x="85781" y="267891"/>
                  <a:pt x="93762" y="259910"/>
                  <a:pt x="93762" y="250031"/>
                </a:cubicBezTo>
                <a:cubicBezTo>
                  <a:pt x="93762" y="240153"/>
                  <a:pt x="85781" y="232172"/>
                  <a:pt x="75902" y="232172"/>
                </a:cubicBezTo>
                <a:lnTo>
                  <a:pt x="72498" y="232172"/>
                </a:lnTo>
                <a:lnTo>
                  <a:pt x="84776" y="205383"/>
                </a:lnTo>
                <a:lnTo>
                  <a:pt x="201030" y="205383"/>
                </a:lnTo>
                <a:lnTo>
                  <a:pt x="213308" y="232172"/>
                </a:lnTo>
                <a:lnTo>
                  <a:pt x="209903" y="232172"/>
                </a:lnTo>
                <a:cubicBezTo>
                  <a:pt x="200025" y="232172"/>
                  <a:pt x="192044" y="240153"/>
                  <a:pt x="192044" y="250031"/>
                </a:cubicBezTo>
                <a:cubicBezTo>
                  <a:pt x="192044" y="259910"/>
                  <a:pt x="200025" y="267891"/>
                  <a:pt x="209903" y="267891"/>
                </a:cubicBezTo>
                <a:lnTo>
                  <a:pt x="259017" y="267891"/>
                </a:lnTo>
                <a:cubicBezTo>
                  <a:pt x="268895" y="267891"/>
                  <a:pt x="276876" y="259910"/>
                  <a:pt x="276876" y="250031"/>
                </a:cubicBezTo>
                <a:cubicBezTo>
                  <a:pt x="276876" y="240153"/>
                  <a:pt x="268895" y="232172"/>
                  <a:pt x="259017" y="232172"/>
                </a:cubicBezTo>
                <a:lnTo>
                  <a:pt x="252599" y="232172"/>
                </a:lnTo>
                <a:lnTo>
                  <a:pt x="159172" y="28296"/>
                </a:lnTo>
                <a:close/>
                <a:moveTo>
                  <a:pt x="184621" y="169664"/>
                </a:moveTo>
                <a:lnTo>
                  <a:pt x="101129" y="169664"/>
                </a:lnTo>
                <a:lnTo>
                  <a:pt x="142875" y="78581"/>
                </a:lnTo>
                <a:lnTo>
                  <a:pt x="184621" y="169664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390650" y="1981200"/>
            <a:ext cx="904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3B82F6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String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28650" y="2609850"/>
            <a:ext cx="51911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Text values enclosed in quotes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8650" y="3105150"/>
            <a:ext cx="5105400" cy="571500"/>
          </a:xfrm>
          <a:custGeom>
            <a:avLst/>
            <a:gdLst/>
            <a:ahLst/>
            <a:cxnLst/>
            <a:rect l="l" t="t" r="r" b="b"/>
            <a:pathLst>
              <a:path w="5105400" h="571500">
                <a:moveTo>
                  <a:pt x="76198" y="0"/>
                </a:moveTo>
                <a:lnTo>
                  <a:pt x="5029202" y="0"/>
                </a:lnTo>
                <a:cubicBezTo>
                  <a:pt x="5071285" y="0"/>
                  <a:pt x="5105400" y="34115"/>
                  <a:pt x="5105400" y="76198"/>
                </a:cubicBezTo>
                <a:lnTo>
                  <a:pt x="5105400" y="495302"/>
                </a:lnTo>
                <a:cubicBezTo>
                  <a:pt x="5105400" y="537385"/>
                  <a:pt x="5071285" y="571500"/>
                  <a:pt x="50292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781050" y="3263901"/>
            <a:ext cx="61108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$name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40743" y="3263901"/>
            <a:ext cx="18077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=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70124" y="3263901"/>
            <a:ext cx="53717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"Sara"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921570" y="3263901"/>
            <a:ext cx="1275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19825" y="1609725"/>
            <a:ext cx="5581650" cy="2305050"/>
          </a:xfrm>
          <a:custGeom>
            <a:avLst/>
            <a:gdLst/>
            <a:ahLst/>
            <a:cxnLst/>
            <a:rect l="l" t="t" r="r" b="b"/>
            <a:pathLst>
              <a:path w="5581650" h="2305050">
                <a:moveTo>
                  <a:pt x="152410" y="0"/>
                </a:moveTo>
                <a:lnTo>
                  <a:pt x="5429240" y="0"/>
                </a:lnTo>
                <a:cubicBezTo>
                  <a:pt x="5513414" y="0"/>
                  <a:pt x="5581650" y="68236"/>
                  <a:pt x="5581650" y="152410"/>
                </a:cubicBezTo>
                <a:lnTo>
                  <a:pt x="5581650" y="2152640"/>
                </a:lnTo>
                <a:cubicBezTo>
                  <a:pt x="5581650" y="2236814"/>
                  <a:pt x="5513414" y="2305050"/>
                  <a:pt x="5429240" y="2305050"/>
                </a:cubicBezTo>
                <a:lnTo>
                  <a:pt x="152410" y="2305050"/>
                </a:lnTo>
                <a:cubicBezTo>
                  <a:pt x="68236" y="2305050"/>
                  <a:pt x="0" y="2236814"/>
                  <a:pt x="0" y="2152640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gradFill flip="none" rotWithShape="1">
            <a:gsLst>
              <a:gs pos="0">
                <a:srgbClr val="8B5CF6">
                  <a:alpha val="10000"/>
                </a:srgbClr>
              </a:gs>
              <a:gs pos="100000">
                <a:srgbClr val="8B5CF6">
                  <a:alpha val="5000"/>
                </a:srgbClr>
              </a:gs>
            </a:gsLst>
            <a:lin ang="2700000" scaled="1"/>
          </a:gradFill>
          <a:ln w="25400">
            <a:solidFill>
              <a:srgbClr val="8B5CF6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57950" y="18478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17" name="Shape 15"/>
          <p:cNvSpPr/>
          <p:nvPr/>
        </p:nvSpPr>
        <p:spPr>
          <a:xfrm>
            <a:off x="6622256" y="20097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19825" y="391"/>
                </a:moveTo>
                <a:cubicBezTo>
                  <a:pt x="129480" y="2456"/>
                  <a:pt x="135620" y="11943"/>
                  <a:pt x="133555" y="21599"/>
                </a:cubicBezTo>
                <a:lnTo>
                  <a:pt x="122895" y="71438"/>
                </a:lnTo>
                <a:lnTo>
                  <a:pt x="193495" y="71438"/>
                </a:lnTo>
                <a:lnTo>
                  <a:pt x="205773" y="14120"/>
                </a:lnTo>
                <a:cubicBezTo>
                  <a:pt x="207838" y="4465"/>
                  <a:pt x="217326" y="-1674"/>
                  <a:pt x="226981" y="391"/>
                </a:cubicBezTo>
                <a:cubicBezTo>
                  <a:pt x="236637" y="2456"/>
                  <a:pt x="242776" y="11943"/>
                  <a:pt x="240711" y="21599"/>
                </a:cubicBezTo>
                <a:lnTo>
                  <a:pt x="230051" y="71438"/>
                </a:lnTo>
                <a:lnTo>
                  <a:pt x="267891" y="71438"/>
                </a:lnTo>
                <a:cubicBezTo>
                  <a:pt x="277769" y="71438"/>
                  <a:pt x="285750" y="79418"/>
                  <a:pt x="285750" y="89297"/>
                </a:cubicBezTo>
                <a:cubicBezTo>
                  <a:pt x="285750" y="99175"/>
                  <a:pt x="277769" y="107156"/>
                  <a:pt x="267891" y="107156"/>
                </a:cubicBezTo>
                <a:lnTo>
                  <a:pt x="222349" y="107156"/>
                </a:lnTo>
                <a:lnTo>
                  <a:pt x="207057" y="178594"/>
                </a:lnTo>
                <a:lnTo>
                  <a:pt x="244897" y="178594"/>
                </a:lnTo>
                <a:cubicBezTo>
                  <a:pt x="254775" y="178594"/>
                  <a:pt x="262756" y="186575"/>
                  <a:pt x="262756" y="196453"/>
                </a:cubicBezTo>
                <a:cubicBezTo>
                  <a:pt x="262756" y="206332"/>
                  <a:pt x="254775" y="214313"/>
                  <a:pt x="244897" y="214313"/>
                </a:cubicBezTo>
                <a:lnTo>
                  <a:pt x="199355" y="214313"/>
                </a:lnTo>
                <a:lnTo>
                  <a:pt x="187077" y="271630"/>
                </a:lnTo>
                <a:cubicBezTo>
                  <a:pt x="185012" y="281285"/>
                  <a:pt x="175524" y="287424"/>
                  <a:pt x="165869" y="285359"/>
                </a:cubicBezTo>
                <a:cubicBezTo>
                  <a:pt x="156214" y="283294"/>
                  <a:pt x="150075" y="273807"/>
                  <a:pt x="152140" y="264151"/>
                </a:cubicBezTo>
                <a:lnTo>
                  <a:pt x="162799" y="214313"/>
                </a:lnTo>
                <a:lnTo>
                  <a:pt x="92199" y="214313"/>
                </a:lnTo>
                <a:lnTo>
                  <a:pt x="79921" y="271630"/>
                </a:lnTo>
                <a:cubicBezTo>
                  <a:pt x="77856" y="281285"/>
                  <a:pt x="68368" y="287424"/>
                  <a:pt x="58713" y="285359"/>
                </a:cubicBezTo>
                <a:cubicBezTo>
                  <a:pt x="49057" y="283294"/>
                  <a:pt x="42918" y="273807"/>
                  <a:pt x="44983" y="264151"/>
                </a:cubicBezTo>
                <a:lnTo>
                  <a:pt x="55699" y="214313"/>
                </a:lnTo>
                <a:lnTo>
                  <a:pt x="17859" y="214313"/>
                </a:lnTo>
                <a:cubicBezTo>
                  <a:pt x="7981" y="214313"/>
                  <a:pt x="0" y="206332"/>
                  <a:pt x="0" y="196453"/>
                </a:cubicBezTo>
                <a:cubicBezTo>
                  <a:pt x="0" y="186575"/>
                  <a:pt x="7981" y="178594"/>
                  <a:pt x="17859" y="178594"/>
                </a:cubicBezTo>
                <a:lnTo>
                  <a:pt x="63401" y="178594"/>
                </a:lnTo>
                <a:lnTo>
                  <a:pt x="78693" y="107156"/>
                </a:lnTo>
                <a:lnTo>
                  <a:pt x="40853" y="107156"/>
                </a:lnTo>
                <a:cubicBezTo>
                  <a:pt x="30975" y="107156"/>
                  <a:pt x="22994" y="99175"/>
                  <a:pt x="22994" y="89297"/>
                </a:cubicBezTo>
                <a:cubicBezTo>
                  <a:pt x="22994" y="79418"/>
                  <a:pt x="30975" y="71438"/>
                  <a:pt x="40853" y="71438"/>
                </a:cubicBezTo>
                <a:lnTo>
                  <a:pt x="86395" y="71438"/>
                </a:lnTo>
                <a:lnTo>
                  <a:pt x="98673" y="14120"/>
                </a:lnTo>
                <a:cubicBezTo>
                  <a:pt x="100682" y="4465"/>
                  <a:pt x="110170" y="-1674"/>
                  <a:pt x="119825" y="391"/>
                </a:cubicBezTo>
                <a:close/>
                <a:moveTo>
                  <a:pt x="115193" y="107156"/>
                </a:moveTo>
                <a:lnTo>
                  <a:pt x="99901" y="178594"/>
                </a:lnTo>
                <a:lnTo>
                  <a:pt x="170501" y="178594"/>
                </a:lnTo>
                <a:lnTo>
                  <a:pt x="185793" y="107156"/>
                </a:lnTo>
                <a:lnTo>
                  <a:pt x="115193" y="107156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7219950" y="1981200"/>
            <a:ext cx="10191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8B5CF6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Integer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57950" y="2609850"/>
            <a:ext cx="51911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Whole numbers without decimals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57950" y="3105150"/>
            <a:ext cx="5105400" cy="571500"/>
          </a:xfrm>
          <a:custGeom>
            <a:avLst/>
            <a:gdLst/>
            <a:ahLst/>
            <a:cxnLst/>
            <a:rect l="l" t="t" r="r" b="b"/>
            <a:pathLst>
              <a:path w="5105400" h="571500">
                <a:moveTo>
                  <a:pt x="76198" y="0"/>
                </a:moveTo>
                <a:lnTo>
                  <a:pt x="5029202" y="0"/>
                </a:lnTo>
                <a:cubicBezTo>
                  <a:pt x="5071285" y="0"/>
                  <a:pt x="5105400" y="34115"/>
                  <a:pt x="5105400" y="76198"/>
                </a:cubicBezTo>
                <a:lnTo>
                  <a:pt x="5105400" y="495302"/>
                </a:lnTo>
                <a:cubicBezTo>
                  <a:pt x="5105400" y="537385"/>
                  <a:pt x="5071285" y="571500"/>
                  <a:pt x="50292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6610350" y="3263901"/>
            <a:ext cx="4704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$age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29450" y="3263901"/>
            <a:ext cx="18077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=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58832" y="3263901"/>
            <a:ext cx="25965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32762" y="3263901"/>
            <a:ext cx="1275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90525" y="4162425"/>
            <a:ext cx="5581650" cy="2305050"/>
          </a:xfrm>
          <a:custGeom>
            <a:avLst/>
            <a:gdLst/>
            <a:ahLst/>
            <a:cxnLst/>
            <a:rect l="l" t="t" r="r" b="b"/>
            <a:pathLst>
              <a:path w="5581650" h="2305050">
                <a:moveTo>
                  <a:pt x="152410" y="0"/>
                </a:moveTo>
                <a:lnTo>
                  <a:pt x="5429240" y="0"/>
                </a:lnTo>
                <a:cubicBezTo>
                  <a:pt x="5513414" y="0"/>
                  <a:pt x="5581650" y="68236"/>
                  <a:pt x="5581650" y="152410"/>
                </a:cubicBezTo>
                <a:lnTo>
                  <a:pt x="5581650" y="2152640"/>
                </a:lnTo>
                <a:cubicBezTo>
                  <a:pt x="5581650" y="2236814"/>
                  <a:pt x="5513414" y="2305050"/>
                  <a:pt x="5429240" y="2305050"/>
                </a:cubicBezTo>
                <a:lnTo>
                  <a:pt x="152410" y="2305050"/>
                </a:lnTo>
                <a:cubicBezTo>
                  <a:pt x="68236" y="2305050"/>
                  <a:pt x="0" y="2236814"/>
                  <a:pt x="0" y="2152640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gradFill flip="none" rotWithShape="1">
            <a:gsLst>
              <a:gs pos="0">
                <a:srgbClr val="22C55E">
                  <a:alpha val="10000"/>
                </a:srgbClr>
              </a:gs>
              <a:gs pos="100000">
                <a:srgbClr val="22C55E">
                  <a:alpha val="5000"/>
                </a:srgbClr>
              </a:gs>
            </a:gsLst>
            <a:lin ang="2700000" scaled="1"/>
          </a:gradFill>
          <a:ln w="25400">
            <a:solidFill>
              <a:srgbClr val="22C55E">
                <a:alpha val="30196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8650" y="44005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27" name="Shape 25"/>
          <p:cNvSpPr/>
          <p:nvPr/>
        </p:nvSpPr>
        <p:spPr>
          <a:xfrm>
            <a:off x="828675" y="4562475"/>
            <a:ext cx="214313" cy="285750"/>
          </a:xfrm>
          <a:custGeom>
            <a:avLst/>
            <a:gdLst/>
            <a:ahLst/>
            <a:cxnLst/>
            <a:rect l="l" t="t" r="r" b="b"/>
            <a:pathLst>
              <a:path w="214313" h="285750">
                <a:moveTo>
                  <a:pt x="35719" y="0"/>
                </a:moveTo>
                <a:cubicBezTo>
                  <a:pt x="16018" y="0"/>
                  <a:pt x="0" y="16018"/>
                  <a:pt x="0" y="35719"/>
                </a:cubicBezTo>
                <a:lnTo>
                  <a:pt x="0" y="250031"/>
                </a:lnTo>
                <a:cubicBezTo>
                  <a:pt x="0" y="269732"/>
                  <a:pt x="16018" y="285750"/>
                  <a:pt x="35719" y="285750"/>
                </a:cubicBezTo>
                <a:lnTo>
                  <a:pt x="178594" y="285750"/>
                </a:lnTo>
                <a:cubicBezTo>
                  <a:pt x="198295" y="285750"/>
                  <a:pt x="214313" y="269732"/>
                  <a:pt x="214313" y="250031"/>
                </a:cubicBezTo>
                <a:lnTo>
                  <a:pt x="214313" y="35719"/>
                </a:lnTo>
                <a:cubicBezTo>
                  <a:pt x="214313" y="16018"/>
                  <a:pt x="198295" y="0"/>
                  <a:pt x="178594" y="0"/>
                </a:cubicBezTo>
                <a:lnTo>
                  <a:pt x="35719" y="0"/>
                </a:lnTo>
                <a:close/>
                <a:moveTo>
                  <a:pt x="53578" y="35719"/>
                </a:moveTo>
                <a:lnTo>
                  <a:pt x="160734" y="35719"/>
                </a:lnTo>
                <a:cubicBezTo>
                  <a:pt x="170613" y="35719"/>
                  <a:pt x="178594" y="43700"/>
                  <a:pt x="178594" y="53578"/>
                </a:cubicBezTo>
                <a:lnTo>
                  <a:pt x="178594" y="71438"/>
                </a:lnTo>
                <a:cubicBezTo>
                  <a:pt x="178594" y="81316"/>
                  <a:pt x="170613" y="89297"/>
                  <a:pt x="160734" y="89297"/>
                </a:cubicBezTo>
                <a:lnTo>
                  <a:pt x="53578" y="89297"/>
                </a:lnTo>
                <a:cubicBezTo>
                  <a:pt x="43700" y="89297"/>
                  <a:pt x="35719" y="81316"/>
                  <a:pt x="35719" y="71438"/>
                </a:cubicBezTo>
                <a:lnTo>
                  <a:pt x="35719" y="53578"/>
                </a:lnTo>
                <a:cubicBezTo>
                  <a:pt x="35719" y="43700"/>
                  <a:pt x="43700" y="35719"/>
                  <a:pt x="53578" y="35719"/>
                </a:cubicBezTo>
                <a:close/>
                <a:moveTo>
                  <a:pt x="62508" y="129480"/>
                </a:moveTo>
                <a:cubicBezTo>
                  <a:pt x="62508" y="136873"/>
                  <a:pt x="56506" y="142875"/>
                  <a:pt x="49113" y="142875"/>
                </a:cubicBezTo>
                <a:cubicBezTo>
                  <a:pt x="41721" y="142875"/>
                  <a:pt x="35719" y="136873"/>
                  <a:pt x="35719" y="129480"/>
                </a:cubicBezTo>
                <a:cubicBezTo>
                  <a:pt x="35719" y="122088"/>
                  <a:pt x="41721" y="116086"/>
                  <a:pt x="49113" y="116086"/>
                </a:cubicBezTo>
                <a:cubicBezTo>
                  <a:pt x="56506" y="116086"/>
                  <a:pt x="62508" y="122088"/>
                  <a:pt x="62508" y="129480"/>
                </a:cubicBezTo>
                <a:close/>
                <a:moveTo>
                  <a:pt x="107156" y="142875"/>
                </a:moveTo>
                <a:cubicBezTo>
                  <a:pt x="99764" y="142875"/>
                  <a:pt x="93762" y="136873"/>
                  <a:pt x="93762" y="129480"/>
                </a:cubicBezTo>
                <a:cubicBezTo>
                  <a:pt x="93762" y="122088"/>
                  <a:pt x="99764" y="116086"/>
                  <a:pt x="107156" y="116086"/>
                </a:cubicBezTo>
                <a:cubicBezTo>
                  <a:pt x="114549" y="116086"/>
                  <a:pt x="120551" y="122088"/>
                  <a:pt x="120551" y="129480"/>
                </a:cubicBezTo>
                <a:cubicBezTo>
                  <a:pt x="120551" y="136873"/>
                  <a:pt x="114549" y="142875"/>
                  <a:pt x="107156" y="142875"/>
                </a:cubicBezTo>
                <a:close/>
                <a:moveTo>
                  <a:pt x="178594" y="129480"/>
                </a:moveTo>
                <a:cubicBezTo>
                  <a:pt x="178594" y="136873"/>
                  <a:pt x="172592" y="142875"/>
                  <a:pt x="165199" y="142875"/>
                </a:cubicBezTo>
                <a:cubicBezTo>
                  <a:pt x="157807" y="142875"/>
                  <a:pt x="151805" y="136873"/>
                  <a:pt x="151805" y="129480"/>
                </a:cubicBezTo>
                <a:cubicBezTo>
                  <a:pt x="151805" y="122088"/>
                  <a:pt x="157807" y="116086"/>
                  <a:pt x="165199" y="116086"/>
                </a:cubicBezTo>
                <a:cubicBezTo>
                  <a:pt x="172592" y="116086"/>
                  <a:pt x="178594" y="122088"/>
                  <a:pt x="178594" y="129480"/>
                </a:cubicBezTo>
                <a:close/>
                <a:moveTo>
                  <a:pt x="49113" y="196453"/>
                </a:moveTo>
                <a:cubicBezTo>
                  <a:pt x="41721" y="196453"/>
                  <a:pt x="35719" y="190451"/>
                  <a:pt x="35719" y="183059"/>
                </a:cubicBezTo>
                <a:cubicBezTo>
                  <a:pt x="35719" y="175666"/>
                  <a:pt x="41721" y="169664"/>
                  <a:pt x="49113" y="169664"/>
                </a:cubicBezTo>
                <a:cubicBezTo>
                  <a:pt x="56506" y="169664"/>
                  <a:pt x="62508" y="175666"/>
                  <a:pt x="62508" y="183059"/>
                </a:cubicBezTo>
                <a:cubicBezTo>
                  <a:pt x="62508" y="190451"/>
                  <a:pt x="56506" y="196453"/>
                  <a:pt x="49113" y="196453"/>
                </a:cubicBezTo>
                <a:close/>
                <a:moveTo>
                  <a:pt x="120551" y="183059"/>
                </a:moveTo>
                <a:cubicBezTo>
                  <a:pt x="120551" y="190451"/>
                  <a:pt x="114549" y="196453"/>
                  <a:pt x="107156" y="196453"/>
                </a:cubicBezTo>
                <a:cubicBezTo>
                  <a:pt x="99764" y="196453"/>
                  <a:pt x="93762" y="190451"/>
                  <a:pt x="93762" y="183059"/>
                </a:cubicBezTo>
                <a:cubicBezTo>
                  <a:pt x="93762" y="175666"/>
                  <a:pt x="99764" y="169664"/>
                  <a:pt x="107156" y="169664"/>
                </a:cubicBezTo>
                <a:cubicBezTo>
                  <a:pt x="114549" y="169664"/>
                  <a:pt x="120551" y="175666"/>
                  <a:pt x="120551" y="183059"/>
                </a:cubicBezTo>
                <a:close/>
                <a:moveTo>
                  <a:pt x="165199" y="196453"/>
                </a:moveTo>
                <a:cubicBezTo>
                  <a:pt x="157807" y="196453"/>
                  <a:pt x="151805" y="190451"/>
                  <a:pt x="151805" y="183059"/>
                </a:cubicBezTo>
                <a:cubicBezTo>
                  <a:pt x="151805" y="175666"/>
                  <a:pt x="157807" y="169664"/>
                  <a:pt x="165199" y="169664"/>
                </a:cubicBezTo>
                <a:cubicBezTo>
                  <a:pt x="172592" y="169664"/>
                  <a:pt x="178594" y="175666"/>
                  <a:pt x="178594" y="183059"/>
                </a:cubicBezTo>
                <a:cubicBezTo>
                  <a:pt x="178594" y="190451"/>
                  <a:pt x="172592" y="196453"/>
                  <a:pt x="165199" y="196453"/>
                </a:cubicBezTo>
                <a:close/>
                <a:moveTo>
                  <a:pt x="35719" y="236637"/>
                </a:moveTo>
                <a:cubicBezTo>
                  <a:pt x="35719" y="229214"/>
                  <a:pt x="41690" y="223242"/>
                  <a:pt x="49113" y="223242"/>
                </a:cubicBezTo>
                <a:lnTo>
                  <a:pt x="111621" y="223242"/>
                </a:lnTo>
                <a:cubicBezTo>
                  <a:pt x="119044" y="223242"/>
                  <a:pt x="125016" y="229214"/>
                  <a:pt x="125016" y="236637"/>
                </a:cubicBezTo>
                <a:cubicBezTo>
                  <a:pt x="125016" y="244060"/>
                  <a:pt x="119044" y="250031"/>
                  <a:pt x="111621" y="250031"/>
                </a:cubicBezTo>
                <a:lnTo>
                  <a:pt x="49113" y="250031"/>
                </a:lnTo>
                <a:cubicBezTo>
                  <a:pt x="41690" y="250031"/>
                  <a:pt x="35719" y="244060"/>
                  <a:pt x="35719" y="236637"/>
                </a:cubicBezTo>
                <a:close/>
                <a:moveTo>
                  <a:pt x="165199" y="223242"/>
                </a:moveTo>
                <a:cubicBezTo>
                  <a:pt x="172622" y="223242"/>
                  <a:pt x="178594" y="229214"/>
                  <a:pt x="178594" y="236637"/>
                </a:cubicBezTo>
                <a:cubicBezTo>
                  <a:pt x="178594" y="244060"/>
                  <a:pt x="172622" y="250031"/>
                  <a:pt x="165199" y="250031"/>
                </a:cubicBezTo>
                <a:cubicBezTo>
                  <a:pt x="157776" y="250031"/>
                  <a:pt x="151805" y="244060"/>
                  <a:pt x="151805" y="236637"/>
                </a:cubicBezTo>
                <a:cubicBezTo>
                  <a:pt x="151805" y="229214"/>
                  <a:pt x="157776" y="223242"/>
                  <a:pt x="165199" y="223242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1390650" y="4533900"/>
            <a:ext cx="7715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22C55E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Float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28650" y="5162550"/>
            <a:ext cx="51911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Numbers with decimal points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8650" y="5657850"/>
            <a:ext cx="5105400" cy="571500"/>
          </a:xfrm>
          <a:custGeom>
            <a:avLst/>
            <a:gdLst/>
            <a:ahLst/>
            <a:cxnLst/>
            <a:rect l="l" t="t" r="r" b="b"/>
            <a:pathLst>
              <a:path w="5105400" h="571500">
                <a:moveTo>
                  <a:pt x="76198" y="0"/>
                </a:moveTo>
                <a:lnTo>
                  <a:pt x="5029202" y="0"/>
                </a:lnTo>
                <a:cubicBezTo>
                  <a:pt x="5071285" y="0"/>
                  <a:pt x="5105400" y="34115"/>
                  <a:pt x="5105400" y="76198"/>
                </a:cubicBezTo>
                <a:lnTo>
                  <a:pt x="5105400" y="495302"/>
                </a:lnTo>
                <a:cubicBezTo>
                  <a:pt x="5105400" y="537385"/>
                  <a:pt x="5071285" y="571500"/>
                  <a:pt x="50292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31" name="Text 29"/>
          <p:cNvSpPr/>
          <p:nvPr/>
        </p:nvSpPr>
        <p:spPr>
          <a:xfrm>
            <a:off x="781050" y="5816601"/>
            <a:ext cx="57298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$price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302643" y="5816601"/>
            <a:ext cx="18077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=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32024" y="5816601"/>
            <a:ext cx="53836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99.50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884660" y="5816601"/>
            <a:ext cx="1275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219825" y="4162425"/>
            <a:ext cx="5581650" cy="2305050"/>
          </a:xfrm>
          <a:custGeom>
            <a:avLst/>
            <a:gdLst/>
            <a:ahLst/>
            <a:cxnLst/>
            <a:rect l="l" t="t" r="r" b="b"/>
            <a:pathLst>
              <a:path w="5581650" h="2305050">
                <a:moveTo>
                  <a:pt x="152410" y="0"/>
                </a:moveTo>
                <a:lnTo>
                  <a:pt x="5429240" y="0"/>
                </a:lnTo>
                <a:cubicBezTo>
                  <a:pt x="5513414" y="0"/>
                  <a:pt x="5581650" y="68236"/>
                  <a:pt x="5581650" y="152410"/>
                </a:cubicBezTo>
                <a:lnTo>
                  <a:pt x="5581650" y="2152640"/>
                </a:lnTo>
                <a:cubicBezTo>
                  <a:pt x="5581650" y="2236814"/>
                  <a:pt x="5513414" y="2305050"/>
                  <a:pt x="5429240" y="2305050"/>
                </a:cubicBezTo>
                <a:lnTo>
                  <a:pt x="152410" y="2305050"/>
                </a:lnTo>
                <a:cubicBezTo>
                  <a:pt x="68236" y="2305050"/>
                  <a:pt x="0" y="2236814"/>
                  <a:pt x="0" y="2152640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gradFill flip="none" rotWithShape="1">
            <a:gsLst>
              <a:gs pos="0">
                <a:srgbClr val="F59E0B">
                  <a:alpha val="10000"/>
                </a:srgbClr>
              </a:gs>
              <a:gs pos="100000">
                <a:srgbClr val="F59E0B">
                  <a:alpha val="5000"/>
                </a:srgbClr>
              </a:gs>
            </a:gsLst>
            <a:lin ang="2700000" scaled="1"/>
          </a:gradFill>
          <a:ln w="25400">
            <a:solidFill>
              <a:srgbClr val="F59E0B">
                <a:alpha val="30196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57950" y="44005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7" name="Shape 35"/>
          <p:cNvSpPr/>
          <p:nvPr/>
        </p:nvSpPr>
        <p:spPr>
          <a:xfrm>
            <a:off x="6604397" y="456247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07156" y="35719"/>
                </a:moveTo>
                <a:cubicBezTo>
                  <a:pt x="47997" y="35719"/>
                  <a:pt x="0" y="83716"/>
                  <a:pt x="0" y="142875"/>
                </a:cubicBezTo>
                <a:cubicBezTo>
                  <a:pt x="0" y="202034"/>
                  <a:pt x="47997" y="250031"/>
                  <a:pt x="107156" y="250031"/>
                </a:cubicBezTo>
                <a:lnTo>
                  <a:pt x="214313" y="250031"/>
                </a:lnTo>
                <a:cubicBezTo>
                  <a:pt x="273472" y="250031"/>
                  <a:pt x="321469" y="202034"/>
                  <a:pt x="321469" y="142875"/>
                </a:cubicBezTo>
                <a:cubicBezTo>
                  <a:pt x="321469" y="83716"/>
                  <a:pt x="273472" y="35719"/>
                  <a:pt x="214313" y="35719"/>
                </a:cubicBezTo>
                <a:lnTo>
                  <a:pt x="107156" y="35719"/>
                </a:lnTo>
                <a:close/>
                <a:moveTo>
                  <a:pt x="214313" y="89297"/>
                </a:moveTo>
                <a:cubicBezTo>
                  <a:pt x="243883" y="89297"/>
                  <a:pt x="267891" y="113304"/>
                  <a:pt x="267891" y="142875"/>
                </a:cubicBezTo>
                <a:cubicBezTo>
                  <a:pt x="267891" y="172446"/>
                  <a:pt x="243883" y="196453"/>
                  <a:pt x="214313" y="196453"/>
                </a:cubicBezTo>
                <a:cubicBezTo>
                  <a:pt x="184742" y="196453"/>
                  <a:pt x="160734" y="172446"/>
                  <a:pt x="160734" y="142875"/>
                </a:cubicBezTo>
                <a:cubicBezTo>
                  <a:pt x="160734" y="113304"/>
                  <a:pt x="184742" y="89297"/>
                  <a:pt x="214313" y="89297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7219950" y="4533900"/>
            <a:ext cx="11525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59E0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Boolean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57950" y="5162550"/>
            <a:ext cx="51911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True or false values only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457950" y="5657850"/>
            <a:ext cx="5105400" cy="571500"/>
          </a:xfrm>
          <a:custGeom>
            <a:avLst/>
            <a:gdLst/>
            <a:ahLst/>
            <a:cxnLst/>
            <a:rect l="l" t="t" r="r" b="b"/>
            <a:pathLst>
              <a:path w="5105400" h="571500">
                <a:moveTo>
                  <a:pt x="76198" y="0"/>
                </a:moveTo>
                <a:lnTo>
                  <a:pt x="5029202" y="0"/>
                </a:lnTo>
                <a:cubicBezTo>
                  <a:pt x="5071285" y="0"/>
                  <a:pt x="5105400" y="34115"/>
                  <a:pt x="5105400" y="76198"/>
                </a:cubicBezTo>
                <a:lnTo>
                  <a:pt x="5105400" y="495302"/>
                </a:lnTo>
                <a:cubicBezTo>
                  <a:pt x="5105400" y="537385"/>
                  <a:pt x="5071285" y="571500"/>
                  <a:pt x="5029202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41" name="Text 39"/>
          <p:cNvSpPr/>
          <p:nvPr/>
        </p:nvSpPr>
        <p:spPr>
          <a:xfrm>
            <a:off x="6610350" y="5816601"/>
            <a:ext cx="9169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$isStudent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7475934" y="5816601"/>
            <a:ext cx="180777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=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605316" y="5816601"/>
            <a:ext cx="38834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true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907933" y="5816601"/>
            <a:ext cx="12759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Data Types in Detail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9525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19050" y="0"/>
                </a:moveTo>
                <a:lnTo>
                  <a:pt x="895350" y="0"/>
                </a:lnTo>
                <a:cubicBezTo>
                  <a:pt x="905864" y="0"/>
                  <a:pt x="914400" y="8536"/>
                  <a:pt x="914400" y="19050"/>
                </a:cubicBezTo>
                <a:lnTo>
                  <a:pt x="914400" y="19050"/>
                </a:lnTo>
                <a:cubicBezTo>
                  <a:pt x="914400" y="29564"/>
                  <a:pt x="905864" y="38100"/>
                  <a:pt x="8953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400050" y="1219200"/>
            <a:ext cx="5581650" cy="1676400"/>
          </a:xfrm>
          <a:custGeom>
            <a:avLst/>
            <a:gdLst/>
            <a:ahLst/>
            <a:cxnLst/>
            <a:rect l="l" t="t" r="r" b="b"/>
            <a:pathLst>
              <a:path w="5581650" h="1676400">
                <a:moveTo>
                  <a:pt x="38100" y="0"/>
                </a:moveTo>
                <a:lnTo>
                  <a:pt x="5467353" y="0"/>
                </a:lnTo>
                <a:cubicBezTo>
                  <a:pt x="5530478" y="0"/>
                  <a:pt x="5581650" y="51172"/>
                  <a:pt x="5581650" y="114297"/>
                </a:cubicBezTo>
                <a:lnTo>
                  <a:pt x="5581650" y="1562103"/>
                </a:lnTo>
                <a:cubicBezTo>
                  <a:pt x="5581650" y="1625228"/>
                  <a:pt x="5530478" y="1676400"/>
                  <a:pt x="5467353" y="1676400"/>
                </a:cubicBezTo>
                <a:lnTo>
                  <a:pt x="38100" y="1676400"/>
                </a:lnTo>
                <a:cubicBezTo>
                  <a:pt x="17058" y="1676400"/>
                  <a:pt x="0" y="1659342"/>
                  <a:pt x="0" y="1638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219200"/>
            <a:ext cx="38100" cy="1676400"/>
          </a:xfrm>
          <a:custGeom>
            <a:avLst/>
            <a:gdLst/>
            <a:ahLst/>
            <a:cxnLst/>
            <a:rect l="l" t="t" r="r" b="b"/>
            <a:pathLst>
              <a:path w="38100" h="1676400">
                <a:moveTo>
                  <a:pt x="38100" y="0"/>
                </a:moveTo>
                <a:lnTo>
                  <a:pt x="38100" y="0"/>
                </a:lnTo>
                <a:lnTo>
                  <a:pt x="38100" y="1676400"/>
                </a:lnTo>
                <a:lnTo>
                  <a:pt x="38100" y="1676400"/>
                </a:lnTo>
                <a:cubicBezTo>
                  <a:pt x="17072" y="1676400"/>
                  <a:pt x="0" y="1659328"/>
                  <a:pt x="0" y="1638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638175" y="14478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27293" y="22637"/>
                </a:moveTo>
                <a:cubicBezTo>
                  <a:pt x="124971" y="17547"/>
                  <a:pt x="119881" y="14288"/>
                  <a:pt x="114300" y="14288"/>
                </a:cubicBezTo>
                <a:cubicBezTo>
                  <a:pt x="108719" y="14288"/>
                  <a:pt x="103629" y="17547"/>
                  <a:pt x="101307" y="22637"/>
                </a:cubicBezTo>
                <a:lnTo>
                  <a:pt x="26566" y="185738"/>
                </a:lnTo>
                <a:lnTo>
                  <a:pt x="21431" y="185738"/>
                </a:lnTo>
                <a:cubicBezTo>
                  <a:pt x="13528" y="185738"/>
                  <a:pt x="7144" y="192122"/>
                  <a:pt x="7144" y="200025"/>
                </a:cubicBezTo>
                <a:cubicBezTo>
                  <a:pt x="7144" y="207928"/>
                  <a:pt x="13528" y="214313"/>
                  <a:pt x="21431" y="214313"/>
                </a:cubicBezTo>
                <a:lnTo>
                  <a:pt x="60722" y="214313"/>
                </a:lnTo>
                <a:cubicBezTo>
                  <a:pt x="68625" y="214313"/>
                  <a:pt x="75009" y="207928"/>
                  <a:pt x="75009" y="200025"/>
                </a:cubicBezTo>
                <a:cubicBezTo>
                  <a:pt x="75009" y="192122"/>
                  <a:pt x="68625" y="185738"/>
                  <a:pt x="60722" y="185738"/>
                </a:cubicBezTo>
                <a:lnTo>
                  <a:pt x="57998" y="185738"/>
                </a:lnTo>
                <a:lnTo>
                  <a:pt x="67821" y="164306"/>
                </a:lnTo>
                <a:lnTo>
                  <a:pt x="160824" y="164306"/>
                </a:lnTo>
                <a:lnTo>
                  <a:pt x="170646" y="185738"/>
                </a:lnTo>
                <a:lnTo>
                  <a:pt x="167923" y="185738"/>
                </a:lnTo>
                <a:cubicBezTo>
                  <a:pt x="160020" y="185738"/>
                  <a:pt x="153635" y="192122"/>
                  <a:pt x="153635" y="200025"/>
                </a:cubicBezTo>
                <a:cubicBezTo>
                  <a:pt x="153635" y="207928"/>
                  <a:pt x="160020" y="214313"/>
                  <a:pt x="167923" y="214313"/>
                </a:cubicBezTo>
                <a:lnTo>
                  <a:pt x="207213" y="214313"/>
                </a:lnTo>
                <a:cubicBezTo>
                  <a:pt x="215116" y="214313"/>
                  <a:pt x="221501" y="207928"/>
                  <a:pt x="221501" y="200025"/>
                </a:cubicBezTo>
                <a:cubicBezTo>
                  <a:pt x="221501" y="192122"/>
                  <a:pt x="215116" y="185738"/>
                  <a:pt x="207213" y="185738"/>
                </a:cubicBezTo>
                <a:lnTo>
                  <a:pt x="202079" y="185738"/>
                </a:lnTo>
                <a:lnTo>
                  <a:pt x="127337" y="22637"/>
                </a:lnTo>
                <a:close/>
                <a:moveTo>
                  <a:pt x="147697" y="135731"/>
                </a:moveTo>
                <a:lnTo>
                  <a:pt x="80903" y="135731"/>
                </a:lnTo>
                <a:lnTo>
                  <a:pt x="114300" y="62865"/>
                </a:lnTo>
                <a:lnTo>
                  <a:pt x="147697" y="135731"/>
                </a:ln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1009650" y="1409700"/>
            <a:ext cx="72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B82F6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String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9600" y="1828800"/>
            <a:ext cx="5181600" cy="533400"/>
          </a:xfrm>
          <a:custGeom>
            <a:avLst/>
            <a:gdLst/>
            <a:ahLst/>
            <a:cxnLst/>
            <a:rect l="l" t="t" r="r" b="b"/>
            <a:pathLst>
              <a:path w="5181600" h="533400">
                <a:moveTo>
                  <a:pt x="76202" y="0"/>
                </a:moveTo>
                <a:lnTo>
                  <a:pt x="5105398" y="0"/>
                </a:lnTo>
                <a:cubicBezTo>
                  <a:pt x="5147483" y="0"/>
                  <a:pt x="5181600" y="34117"/>
                  <a:pt x="5181600" y="76202"/>
                </a:cubicBezTo>
                <a:lnTo>
                  <a:pt x="5181600" y="457198"/>
                </a:lnTo>
                <a:cubicBezTo>
                  <a:pt x="5181600" y="499283"/>
                  <a:pt x="5147483" y="533400"/>
                  <a:pt x="51053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1981200"/>
            <a:ext cx="54322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$name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59582" y="1981200"/>
            <a:ext cx="16063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=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4577" y="1981200"/>
            <a:ext cx="47754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"Sara"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75916" y="1981200"/>
            <a:ext cx="113407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7700" y="25146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876300" y="2476500"/>
            <a:ext cx="1714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Like a name tag with text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00050" y="3048000"/>
            <a:ext cx="5581650" cy="1676400"/>
          </a:xfrm>
          <a:custGeom>
            <a:avLst/>
            <a:gdLst/>
            <a:ahLst/>
            <a:cxnLst/>
            <a:rect l="l" t="t" r="r" b="b"/>
            <a:pathLst>
              <a:path w="5581650" h="1676400">
                <a:moveTo>
                  <a:pt x="38100" y="0"/>
                </a:moveTo>
                <a:lnTo>
                  <a:pt x="5467353" y="0"/>
                </a:lnTo>
                <a:cubicBezTo>
                  <a:pt x="5530478" y="0"/>
                  <a:pt x="5581650" y="51172"/>
                  <a:pt x="5581650" y="114297"/>
                </a:cubicBezTo>
                <a:lnTo>
                  <a:pt x="5581650" y="1562103"/>
                </a:lnTo>
                <a:cubicBezTo>
                  <a:pt x="5581650" y="1625228"/>
                  <a:pt x="5530478" y="1676400"/>
                  <a:pt x="5467353" y="1676400"/>
                </a:cubicBezTo>
                <a:lnTo>
                  <a:pt x="38100" y="1676400"/>
                </a:lnTo>
                <a:cubicBezTo>
                  <a:pt x="17058" y="1676400"/>
                  <a:pt x="0" y="1659342"/>
                  <a:pt x="0" y="1638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6" name="Shape 14"/>
          <p:cNvSpPr/>
          <p:nvPr/>
        </p:nvSpPr>
        <p:spPr>
          <a:xfrm>
            <a:off x="400050" y="3048000"/>
            <a:ext cx="38100" cy="1676400"/>
          </a:xfrm>
          <a:custGeom>
            <a:avLst/>
            <a:gdLst/>
            <a:ahLst/>
            <a:cxnLst/>
            <a:rect l="l" t="t" r="r" b="b"/>
            <a:pathLst>
              <a:path w="38100" h="1676400">
                <a:moveTo>
                  <a:pt x="38100" y="0"/>
                </a:moveTo>
                <a:lnTo>
                  <a:pt x="38100" y="0"/>
                </a:lnTo>
                <a:lnTo>
                  <a:pt x="38100" y="1676400"/>
                </a:lnTo>
                <a:lnTo>
                  <a:pt x="38100" y="1676400"/>
                </a:lnTo>
                <a:cubicBezTo>
                  <a:pt x="17072" y="1676400"/>
                  <a:pt x="0" y="1659328"/>
                  <a:pt x="0" y="1638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17" name="Shape 15"/>
          <p:cNvSpPr/>
          <p:nvPr/>
        </p:nvSpPr>
        <p:spPr>
          <a:xfrm>
            <a:off x="638175" y="3276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95860" y="313"/>
                </a:moveTo>
                <a:cubicBezTo>
                  <a:pt x="103584" y="1965"/>
                  <a:pt x="108496" y="9555"/>
                  <a:pt x="106844" y="17279"/>
                </a:cubicBezTo>
                <a:lnTo>
                  <a:pt x="98316" y="57150"/>
                </a:lnTo>
                <a:lnTo>
                  <a:pt x="154796" y="57150"/>
                </a:lnTo>
                <a:lnTo>
                  <a:pt x="164619" y="11296"/>
                </a:lnTo>
                <a:cubicBezTo>
                  <a:pt x="166271" y="3572"/>
                  <a:pt x="173861" y="-1339"/>
                  <a:pt x="181585" y="313"/>
                </a:cubicBezTo>
                <a:cubicBezTo>
                  <a:pt x="189309" y="1965"/>
                  <a:pt x="194221" y="9555"/>
                  <a:pt x="192569" y="17279"/>
                </a:cubicBezTo>
                <a:lnTo>
                  <a:pt x="184041" y="57150"/>
                </a:lnTo>
                <a:lnTo>
                  <a:pt x="214313" y="57150"/>
                </a:lnTo>
                <a:cubicBezTo>
                  <a:pt x="222215" y="57150"/>
                  <a:pt x="228600" y="63535"/>
                  <a:pt x="228600" y="71438"/>
                </a:cubicBezTo>
                <a:cubicBezTo>
                  <a:pt x="228600" y="79340"/>
                  <a:pt x="222215" y="85725"/>
                  <a:pt x="214313" y="85725"/>
                </a:cubicBezTo>
                <a:lnTo>
                  <a:pt x="177879" y="85725"/>
                </a:lnTo>
                <a:lnTo>
                  <a:pt x="165646" y="142875"/>
                </a:lnTo>
                <a:lnTo>
                  <a:pt x="195917" y="142875"/>
                </a:lnTo>
                <a:cubicBezTo>
                  <a:pt x="203820" y="142875"/>
                  <a:pt x="210205" y="149260"/>
                  <a:pt x="210205" y="157163"/>
                </a:cubicBezTo>
                <a:cubicBezTo>
                  <a:pt x="210205" y="165065"/>
                  <a:pt x="203820" y="171450"/>
                  <a:pt x="195917" y="171450"/>
                </a:cubicBezTo>
                <a:lnTo>
                  <a:pt x="159484" y="171450"/>
                </a:lnTo>
                <a:lnTo>
                  <a:pt x="149662" y="217304"/>
                </a:lnTo>
                <a:cubicBezTo>
                  <a:pt x="148010" y="225028"/>
                  <a:pt x="140419" y="229939"/>
                  <a:pt x="132695" y="228287"/>
                </a:cubicBezTo>
                <a:cubicBezTo>
                  <a:pt x="124971" y="226635"/>
                  <a:pt x="120060" y="219045"/>
                  <a:pt x="121712" y="211321"/>
                </a:cubicBezTo>
                <a:lnTo>
                  <a:pt x="130239" y="171450"/>
                </a:lnTo>
                <a:lnTo>
                  <a:pt x="73759" y="171450"/>
                </a:lnTo>
                <a:lnTo>
                  <a:pt x="63937" y="217304"/>
                </a:lnTo>
                <a:cubicBezTo>
                  <a:pt x="62285" y="225028"/>
                  <a:pt x="54694" y="229939"/>
                  <a:pt x="46970" y="228287"/>
                </a:cubicBezTo>
                <a:cubicBezTo>
                  <a:pt x="39246" y="226635"/>
                  <a:pt x="34335" y="219045"/>
                  <a:pt x="35987" y="211321"/>
                </a:cubicBezTo>
                <a:lnTo>
                  <a:pt x="44559" y="171450"/>
                </a:lnTo>
                <a:lnTo>
                  <a:pt x="14288" y="171450"/>
                </a:lnTo>
                <a:cubicBezTo>
                  <a:pt x="6385" y="171450"/>
                  <a:pt x="0" y="165065"/>
                  <a:pt x="0" y="157163"/>
                </a:cubicBezTo>
                <a:cubicBezTo>
                  <a:pt x="0" y="149260"/>
                  <a:pt x="6385" y="142875"/>
                  <a:pt x="14288" y="142875"/>
                </a:cubicBezTo>
                <a:lnTo>
                  <a:pt x="50721" y="142875"/>
                </a:lnTo>
                <a:lnTo>
                  <a:pt x="62954" y="85725"/>
                </a:lnTo>
                <a:lnTo>
                  <a:pt x="32683" y="85725"/>
                </a:lnTo>
                <a:cubicBezTo>
                  <a:pt x="24780" y="85725"/>
                  <a:pt x="18395" y="79340"/>
                  <a:pt x="18395" y="71438"/>
                </a:cubicBezTo>
                <a:cubicBezTo>
                  <a:pt x="18395" y="63535"/>
                  <a:pt x="24780" y="57150"/>
                  <a:pt x="32683" y="57150"/>
                </a:cubicBezTo>
                <a:lnTo>
                  <a:pt x="69116" y="57150"/>
                </a:lnTo>
                <a:lnTo>
                  <a:pt x="78938" y="11296"/>
                </a:lnTo>
                <a:cubicBezTo>
                  <a:pt x="80546" y="3572"/>
                  <a:pt x="88136" y="-1339"/>
                  <a:pt x="95860" y="313"/>
                </a:cubicBezTo>
                <a:close/>
                <a:moveTo>
                  <a:pt x="92154" y="85725"/>
                </a:moveTo>
                <a:lnTo>
                  <a:pt x="79921" y="142875"/>
                </a:lnTo>
                <a:lnTo>
                  <a:pt x="136401" y="142875"/>
                </a:lnTo>
                <a:lnTo>
                  <a:pt x="148635" y="85725"/>
                </a:lnTo>
                <a:lnTo>
                  <a:pt x="92154" y="85725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1009650" y="3238500"/>
            <a:ext cx="8096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8B5CF6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Integer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09600" y="3657600"/>
            <a:ext cx="5181600" cy="533400"/>
          </a:xfrm>
          <a:custGeom>
            <a:avLst/>
            <a:gdLst/>
            <a:ahLst/>
            <a:cxnLst/>
            <a:rect l="l" t="t" r="r" b="b"/>
            <a:pathLst>
              <a:path w="5181600" h="533400">
                <a:moveTo>
                  <a:pt x="76202" y="0"/>
                </a:moveTo>
                <a:lnTo>
                  <a:pt x="5105398" y="0"/>
                </a:lnTo>
                <a:cubicBezTo>
                  <a:pt x="5147483" y="0"/>
                  <a:pt x="5181600" y="34117"/>
                  <a:pt x="5181600" y="76202"/>
                </a:cubicBezTo>
                <a:lnTo>
                  <a:pt x="5181600" y="457198"/>
                </a:lnTo>
                <a:cubicBezTo>
                  <a:pt x="5181600" y="499283"/>
                  <a:pt x="5147483" y="533400"/>
                  <a:pt x="51053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762000" y="3810000"/>
            <a:ext cx="418207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$age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34566" y="3810000"/>
            <a:ext cx="16063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=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49561" y="3810000"/>
            <a:ext cx="23078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04144" y="3810000"/>
            <a:ext cx="113407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7700" y="43434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876300" y="4305300"/>
            <a:ext cx="1857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Like counting whole apples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29350" y="1219200"/>
            <a:ext cx="5581650" cy="1676400"/>
          </a:xfrm>
          <a:custGeom>
            <a:avLst/>
            <a:gdLst/>
            <a:ahLst/>
            <a:cxnLst/>
            <a:rect l="l" t="t" r="r" b="b"/>
            <a:pathLst>
              <a:path w="5581650" h="1676400">
                <a:moveTo>
                  <a:pt x="38100" y="0"/>
                </a:moveTo>
                <a:lnTo>
                  <a:pt x="5467353" y="0"/>
                </a:lnTo>
                <a:cubicBezTo>
                  <a:pt x="5530478" y="0"/>
                  <a:pt x="5581650" y="51172"/>
                  <a:pt x="5581650" y="114297"/>
                </a:cubicBezTo>
                <a:lnTo>
                  <a:pt x="5581650" y="1562103"/>
                </a:lnTo>
                <a:cubicBezTo>
                  <a:pt x="5581650" y="1625228"/>
                  <a:pt x="5530478" y="1676400"/>
                  <a:pt x="5467353" y="1676400"/>
                </a:cubicBezTo>
                <a:lnTo>
                  <a:pt x="38100" y="1676400"/>
                </a:lnTo>
                <a:cubicBezTo>
                  <a:pt x="17058" y="1676400"/>
                  <a:pt x="0" y="1659342"/>
                  <a:pt x="0" y="1638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7" name="Shape 25"/>
          <p:cNvSpPr/>
          <p:nvPr/>
        </p:nvSpPr>
        <p:spPr>
          <a:xfrm>
            <a:off x="6229350" y="1219200"/>
            <a:ext cx="38100" cy="1676400"/>
          </a:xfrm>
          <a:custGeom>
            <a:avLst/>
            <a:gdLst/>
            <a:ahLst/>
            <a:cxnLst/>
            <a:rect l="l" t="t" r="r" b="b"/>
            <a:pathLst>
              <a:path w="38100" h="1676400">
                <a:moveTo>
                  <a:pt x="38100" y="0"/>
                </a:moveTo>
                <a:lnTo>
                  <a:pt x="38100" y="0"/>
                </a:lnTo>
                <a:lnTo>
                  <a:pt x="38100" y="1676400"/>
                </a:lnTo>
                <a:lnTo>
                  <a:pt x="38100" y="1676400"/>
                </a:lnTo>
                <a:cubicBezTo>
                  <a:pt x="17072" y="1676400"/>
                  <a:pt x="0" y="1659328"/>
                  <a:pt x="0" y="1638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28" name="Shape 26"/>
          <p:cNvSpPr/>
          <p:nvPr/>
        </p:nvSpPr>
        <p:spPr>
          <a:xfrm>
            <a:off x="6496050" y="14478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28575" y="0"/>
                </a:moveTo>
                <a:cubicBezTo>
                  <a:pt x="12814" y="0"/>
                  <a:pt x="0" y="12814"/>
                  <a:pt x="0" y="28575"/>
                </a:cubicBezTo>
                <a:lnTo>
                  <a:pt x="0" y="200025"/>
                </a:lnTo>
                <a:cubicBezTo>
                  <a:pt x="0" y="215786"/>
                  <a:pt x="12814" y="228600"/>
                  <a:pt x="28575" y="228600"/>
                </a:cubicBezTo>
                <a:lnTo>
                  <a:pt x="142875" y="228600"/>
                </a:lnTo>
                <a:cubicBezTo>
                  <a:pt x="158636" y="228600"/>
                  <a:pt x="171450" y="215786"/>
                  <a:pt x="171450" y="200025"/>
                </a:cubicBezTo>
                <a:lnTo>
                  <a:pt x="171450" y="28575"/>
                </a:lnTo>
                <a:cubicBezTo>
                  <a:pt x="171450" y="12814"/>
                  <a:pt x="158636" y="0"/>
                  <a:pt x="142875" y="0"/>
                </a:cubicBezTo>
                <a:lnTo>
                  <a:pt x="28575" y="0"/>
                </a:lnTo>
                <a:close/>
                <a:moveTo>
                  <a:pt x="42863" y="28575"/>
                </a:moveTo>
                <a:lnTo>
                  <a:pt x="128588" y="28575"/>
                </a:lnTo>
                <a:cubicBezTo>
                  <a:pt x="136490" y="28575"/>
                  <a:pt x="142875" y="34960"/>
                  <a:pt x="142875" y="42863"/>
                </a:cubicBezTo>
                <a:lnTo>
                  <a:pt x="142875" y="57150"/>
                </a:lnTo>
                <a:cubicBezTo>
                  <a:pt x="142875" y="65053"/>
                  <a:pt x="136490" y="71438"/>
                  <a:pt x="128588" y="71438"/>
                </a:cubicBezTo>
                <a:lnTo>
                  <a:pt x="42863" y="71438"/>
                </a:lnTo>
                <a:cubicBezTo>
                  <a:pt x="34960" y="71438"/>
                  <a:pt x="28575" y="65053"/>
                  <a:pt x="28575" y="57150"/>
                </a:cubicBezTo>
                <a:lnTo>
                  <a:pt x="28575" y="42863"/>
                </a:lnTo>
                <a:cubicBezTo>
                  <a:pt x="28575" y="34960"/>
                  <a:pt x="34960" y="28575"/>
                  <a:pt x="42863" y="28575"/>
                </a:cubicBezTo>
                <a:close/>
                <a:moveTo>
                  <a:pt x="50006" y="103584"/>
                </a:moveTo>
                <a:cubicBezTo>
                  <a:pt x="50006" y="109498"/>
                  <a:pt x="45205" y="114300"/>
                  <a:pt x="39291" y="114300"/>
                </a:cubicBezTo>
                <a:cubicBezTo>
                  <a:pt x="33377" y="114300"/>
                  <a:pt x="28575" y="109498"/>
                  <a:pt x="28575" y="103584"/>
                </a:cubicBezTo>
                <a:cubicBezTo>
                  <a:pt x="28575" y="97670"/>
                  <a:pt x="33377" y="92869"/>
                  <a:pt x="39291" y="92869"/>
                </a:cubicBezTo>
                <a:cubicBezTo>
                  <a:pt x="45205" y="92869"/>
                  <a:pt x="50006" y="97670"/>
                  <a:pt x="50006" y="103584"/>
                </a:cubicBezTo>
                <a:close/>
                <a:moveTo>
                  <a:pt x="85725" y="114300"/>
                </a:moveTo>
                <a:cubicBezTo>
                  <a:pt x="79811" y="114300"/>
                  <a:pt x="75009" y="109498"/>
                  <a:pt x="75009" y="103584"/>
                </a:cubicBezTo>
                <a:cubicBezTo>
                  <a:pt x="75009" y="97670"/>
                  <a:pt x="79811" y="92869"/>
                  <a:pt x="85725" y="92869"/>
                </a:cubicBezTo>
                <a:cubicBezTo>
                  <a:pt x="91639" y="92869"/>
                  <a:pt x="96441" y="97670"/>
                  <a:pt x="96441" y="103584"/>
                </a:cubicBezTo>
                <a:cubicBezTo>
                  <a:pt x="96441" y="109498"/>
                  <a:pt x="91639" y="114300"/>
                  <a:pt x="85725" y="114300"/>
                </a:cubicBezTo>
                <a:close/>
                <a:moveTo>
                  <a:pt x="142875" y="103584"/>
                </a:moveTo>
                <a:cubicBezTo>
                  <a:pt x="142875" y="109498"/>
                  <a:pt x="138073" y="114300"/>
                  <a:pt x="132159" y="114300"/>
                </a:cubicBezTo>
                <a:cubicBezTo>
                  <a:pt x="126245" y="114300"/>
                  <a:pt x="121444" y="109498"/>
                  <a:pt x="121444" y="103584"/>
                </a:cubicBezTo>
                <a:cubicBezTo>
                  <a:pt x="121444" y="97670"/>
                  <a:pt x="126245" y="92869"/>
                  <a:pt x="132159" y="92869"/>
                </a:cubicBezTo>
                <a:cubicBezTo>
                  <a:pt x="138073" y="92869"/>
                  <a:pt x="142875" y="97670"/>
                  <a:pt x="142875" y="103584"/>
                </a:cubicBezTo>
                <a:close/>
                <a:moveTo>
                  <a:pt x="39291" y="157163"/>
                </a:moveTo>
                <a:cubicBezTo>
                  <a:pt x="33377" y="157163"/>
                  <a:pt x="28575" y="152361"/>
                  <a:pt x="28575" y="146447"/>
                </a:cubicBezTo>
                <a:cubicBezTo>
                  <a:pt x="28575" y="140533"/>
                  <a:pt x="33377" y="135731"/>
                  <a:pt x="39291" y="135731"/>
                </a:cubicBezTo>
                <a:cubicBezTo>
                  <a:pt x="45205" y="135731"/>
                  <a:pt x="50006" y="140533"/>
                  <a:pt x="50006" y="146447"/>
                </a:cubicBezTo>
                <a:cubicBezTo>
                  <a:pt x="50006" y="152361"/>
                  <a:pt x="45205" y="157163"/>
                  <a:pt x="39291" y="157163"/>
                </a:cubicBezTo>
                <a:close/>
                <a:moveTo>
                  <a:pt x="96441" y="146447"/>
                </a:moveTo>
                <a:cubicBezTo>
                  <a:pt x="96441" y="152361"/>
                  <a:pt x="91639" y="157163"/>
                  <a:pt x="85725" y="157163"/>
                </a:cubicBezTo>
                <a:cubicBezTo>
                  <a:pt x="79811" y="157163"/>
                  <a:pt x="75009" y="152361"/>
                  <a:pt x="75009" y="146447"/>
                </a:cubicBezTo>
                <a:cubicBezTo>
                  <a:pt x="75009" y="140533"/>
                  <a:pt x="79811" y="135731"/>
                  <a:pt x="85725" y="135731"/>
                </a:cubicBezTo>
                <a:cubicBezTo>
                  <a:pt x="91639" y="135731"/>
                  <a:pt x="96441" y="140533"/>
                  <a:pt x="96441" y="146447"/>
                </a:cubicBezTo>
                <a:close/>
                <a:moveTo>
                  <a:pt x="132159" y="157163"/>
                </a:moveTo>
                <a:cubicBezTo>
                  <a:pt x="126245" y="157163"/>
                  <a:pt x="121444" y="152361"/>
                  <a:pt x="121444" y="146447"/>
                </a:cubicBezTo>
                <a:cubicBezTo>
                  <a:pt x="121444" y="140533"/>
                  <a:pt x="126245" y="135731"/>
                  <a:pt x="132159" y="135731"/>
                </a:cubicBezTo>
                <a:cubicBezTo>
                  <a:pt x="138073" y="135731"/>
                  <a:pt x="142875" y="140533"/>
                  <a:pt x="142875" y="146447"/>
                </a:cubicBezTo>
                <a:cubicBezTo>
                  <a:pt x="142875" y="152361"/>
                  <a:pt x="138073" y="157163"/>
                  <a:pt x="132159" y="157163"/>
                </a:cubicBezTo>
                <a:close/>
                <a:moveTo>
                  <a:pt x="28575" y="189309"/>
                </a:moveTo>
                <a:cubicBezTo>
                  <a:pt x="28575" y="183371"/>
                  <a:pt x="33352" y="178594"/>
                  <a:pt x="39291" y="178594"/>
                </a:cubicBezTo>
                <a:lnTo>
                  <a:pt x="89297" y="178594"/>
                </a:lnTo>
                <a:cubicBezTo>
                  <a:pt x="95235" y="178594"/>
                  <a:pt x="100013" y="183371"/>
                  <a:pt x="100013" y="189309"/>
                </a:cubicBezTo>
                <a:cubicBezTo>
                  <a:pt x="100013" y="195248"/>
                  <a:pt x="95235" y="200025"/>
                  <a:pt x="89297" y="200025"/>
                </a:cubicBezTo>
                <a:lnTo>
                  <a:pt x="39291" y="200025"/>
                </a:lnTo>
                <a:cubicBezTo>
                  <a:pt x="33352" y="200025"/>
                  <a:pt x="28575" y="195248"/>
                  <a:pt x="28575" y="189309"/>
                </a:cubicBezTo>
                <a:close/>
                <a:moveTo>
                  <a:pt x="132159" y="178594"/>
                </a:moveTo>
                <a:cubicBezTo>
                  <a:pt x="138098" y="178594"/>
                  <a:pt x="142875" y="183371"/>
                  <a:pt x="142875" y="189309"/>
                </a:cubicBezTo>
                <a:cubicBezTo>
                  <a:pt x="142875" y="195248"/>
                  <a:pt x="138098" y="200025"/>
                  <a:pt x="132159" y="200025"/>
                </a:cubicBezTo>
                <a:cubicBezTo>
                  <a:pt x="126221" y="200025"/>
                  <a:pt x="121444" y="195248"/>
                  <a:pt x="121444" y="189309"/>
                </a:cubicBezTo>
                <a:cubicBezTo>
                  <a:pt x="121444" y="183371"/>
                  <a:pt x="126221" y="178594"/>
                  <a:pt x="132159" y="178594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29" name="Text 27"/>
          <p:cNvSpPr/>
          <p:nvPr/>
        </p:nvSpPr>
        <p:spPr>
          <a:xfrm>
            <a:off x="6838950" y="1409700"/>
            <a:ext cx="609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22C55E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Float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38900" y="1828800"/>
            <a:ext cx="5181600" cy="533400"/>
          </a:xfrm>
          <a:custGeom>
            <a:avLst/>
            <a:gdLst/>
            <a:ahLst/>
            <a:cxnLst/>
            <a:rect l="l" t="t" r="r" b="b"/>
            <a:pathLst>
              <a:path w="5181600" h="533400">
                <a:moveTo>
                  <a:pt x="76202" y="0"/>
                </a:moveTo>
                <a:lnTo>
                  <a:pt x="5105398" y="0"/>
                </a:lnTo>
                <a:cubicBezTo>
                  <a:pt x="5147483" y="0"/>
                  <a:pt x="5181600" y="34117"/>
                  <a:pt x="5181600" y="76202"/>
                </a:cubicBezTo>
                <a:lnTo>
                  <a:pt x="5181600" y="457198"/>
                </a:lnTo>
                <a:cubicBezTo>
                  <a:pt x="5181600" y="499283"/>
                  <a:pt x="5147483" y="533400"/>
                  <a:pt x="51053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31" name="Text 29"/>
          <p:cNvSpPr/>
          <p:nvPr/>
        </p:nvSpPr>
        <p:spPr>
          <a:xfrm>
            <a:off x="6591300" y="1981200"/>
            <a:ext cx="509389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$price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055048" y="1981200"/>
            <a:ext cx="16063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=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170043" y="1981200"/>
            <a:ext cx="478631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99.50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572474" y="1981200"/>
            <a:ext cx="113407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77000" y="25146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6705600" y="2476500"/>
            <a:ext cx="1933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Like measuring exact weight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229350" y="3048000"/>
            <a:ext cx="5581650" cy="1676400"/>
          </a:xfrm>
          <a:custGeom>
            <a:avLst/>
            <a:gdLst/>
            <a:ahLst/>
            <a:cxnLst/>
            <a:rect l="l" t="t" r="r" b="b"/>
            <a:pathLst>
              <a:path w="5581650" h="1676400">
                <a:moveTo>
                  <a:pt x="38100" y="0"/>
                </a:moveTo>
                <a:lnTo>
                  <a:pt x="5467353" y="0"/>
                </a:lnTo>
                <a:cubicBezTo>
                  <a:pt x="5530478" y="0"/>
                  <a:pt x="5581650" y="51172"/>
                  <a:pt x="5581650" y="114297"/>
                </a:cubicBezTo>
                <a:lnTo>
                  <a:pt x="5581650" y="1562103"/>
                </a:lnTo>
                <a:cubicBezTo>
                  <a:pt x="5581650" y="1625228"/>
                  <a:pt x="5530478" y="1676400"/>
                  <a:pt x="5467353" y="1676400"/>
                </a:cubicBezTo>
                <a:lnTo>
                  <a:pt x="38100" y="1676400"/>
                </a:lnTo>
                <a:cubicBezTo>
                  <a:pt x="17058" y="1676400"/>
                  <a:pt x="0" y="1659342"/>
                  <a:pt x="0" y="1638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8" name="Shape 36"/>
          <p:cNvSpPr/>
          <p:nvPr/>
        </p:nvSpPr>
        <p:spPr>
          <a:xfrm>
            <a:off x="6229350" y="3048000"/>
            <a:ext cx="38100" cy="1676400"/>
          </a:xfrm>
          <a:custGeom>
            <a:avLst/>
            <a:gdLst/>
            <a:ahLst/>
            <a:cxnLst/>
            <a:rect l="l" t="t" r="r" b="b"/>
            <a:pathLst>
              <a:path w="38100" h="1676400">
                <a:moveTo>
                  <a:pt x="38100" y="0"/>
                </a:moveTo>
                <a:lnTo>
                  <a:pt x="38100" y="0"/>
                </a:lnTo>
                <a:lnTo>
                  <a:pt x="38100" y="1676400"/>
                </a:lnTo>
                <a:lnTo>
                  <a:pt x="38100" y="1676400"/>
                </a:lnTo>
                <a:cubicBezTo>
                  <a:pt x="17072" y="1676400"/>
                  <a:pt x="0" y="1659328"/>
                  <a:pt x="0" y="16383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9" name="Shape 37"/>
          <p:cNvSpPr/>
          <p:nvPr/>
        </p:nvSpPr>
        <p:spPr>
          <a:xfrm>
            <a:off x="6453188" y="32766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85725" y="28575"/>
                </a:moveTo>
                <a:cubicBezTo>
                  <a:pt x="38398" y="28575"/>
                  <a:pt x="0" y="66973"/>
                  <a:pt x="0" y="114300"/>
                </a:cubicBezTo>
                <a:cubicBezTo>
                  <a:pt x="0" y="161627"/>
                  <a:pt x="38398" y="200025"/>
                  <a:pt x="85725" y="200025"/>
                </a:cubicBezTo>
                <a:lnTo>
                  <a:pt x="171450" y="200025"/>
                </a:lnTo>
                <a:cubicBezTo>
                  <a:pt x="218777" y="200025"/>
                  <a:pt x="257175" y="161627"/>
                  <a:pt x="257175" y="114300"/>
                </a:cubicBezTo>
                <a:cubicBezTo>
                  <a:pt x="257175" y="66973"/>
                  <a:pt x="218777" y="28575"/>
                  <a:pt x="171450" y="28575"/>
                </a:cubicBezTo>
                <a:lnTo>
                  <a:pt x="85725" y="28575"/>
                </a:lnTo>
                <a:close/>
                <a:moveTo>
                  <a:pt x="171450" y="71438"/>
                </a:moveTo>
                <a:cubicBezTo>
                  <a:pt x="195106" y="71438"/>
                  <a:pt x="214313" y="90644"/>
                  <a:pt x="214313" y="114300"/>
                </a:cubicBezTo>
                <a:cubicBezTo>
                  <a:pt x="214313" y="137956"/>
                  <a:pt x="195106" y="157163"/>
                  <a:pt x="171450" y="157163"/>
                </a:cubicBezTo>
                <a:cubicBezTo>
                  <a:pt x="147794" y="157163"/>
                  <a:pt x="128588" y="137956"/>
                  <a:pt x="128588" y="114300"/>
                </a:cubicBezTo>
                <a:cubicBezTo>
                  <a:pt x="128588" y="90644"/>
                  <a:pt x="147794" y="71438"/>
                  <a:pt x="171450" y="71438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6838950" y="3238500"/>
            <a:ext cx="9239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59E0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Boolean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38900" y="3657600"/>
            <a:ext cx="5181600" cy="533400"/>
          </a:xfrm>
          <a:custGeom>
            <a:avLst/>
            <a:gdLst/>
            <a:ahLst/>
            <a:cxnLst/>
            <a:rect l="l" t="t" r="r" b="b"/>
            <a:pathLst>
              <a:path w="5181600" h="533400">
                <a:moveTo>
                  <a:pt x="76202" y="0"/>
                </a:moveTo>
                <a:lnTo>
                  <a:pt x="5105398" y="0"/>
                </a:lnTo>
                <a:cubicBezTo>
                  <a:pt x="5147483" y="0"/>
                  <a:pt x="5181600" y="34117"/>
                  <a:pt x="5181600" y="76202"/>
                </a:cubicBezTo>
                <a:lnTo>
                  <a:pt x="5181600" y="457198"/>
                </a:lnTo>
                <a:cubicBezTo>
                  <a:pt x="5181600" y="499283"/>
                  <a:pt x="5147483" y="533400"/>
                  <a:pt x="51053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42" name="Text 40"/>
          <p:cNvSpPr/>
          <p:nvPr/>
        </p:nvSpPr>
        <p:spPr>
          <a:xfrm>
            <a:off x="6591300" y="3810000"/>
            <a:ext cx="815082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$isStudent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360741" y="3810000"/>
            <a:ext cx="16063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=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475736" y="3810000"/>
            <a:ext cx="345281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true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744817" y="3810000"/>
            <a:ext cx="113407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477000" y="434340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7" name="Text 45"/>
          <p:cNvSpPr/>
          <p:nvPr/>
        </p:nvSpPr>
        <p:spPr>
          <a:xfrm>
            <a:off x="6705600" y="4305300"/>
            <a:ext cx="1781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Like a light switch (on/off)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81000" y="5810250"/>
            <a:ext cx="11430000" cy="666750"/>
          </a:xfrm>
          <a:custGeom>
            <a:avLst/>
            <a:gdLst/>
            <a:ahLst/>
            <a:cxnLst/>
            <a:rect l="l" t="t" r="r" b="b"/>
            <a:pathLst>
              <a:path w="11430000" h="666750">
                <a:moveTo>
                  <a:pt x="114301" y="0"/>
                </a:moveTo>
                <a:lnTo>
                  <a:pt x="11315699" y="0"/>
                </a:lnTo>
                <a:cubicBezTo>
                  <a:pt x="11378826" y="0"/>
                  <a:pt x="11430000" y="51174"/>
                  <a:pt x="11430000" y="114301"/>
                </a:cubicBezTo>
                <a:lnTo>
                  <a:pt x="11430000" y="552449"/>
                </a:lnTo>
                <a:cubicBezTo>
                  <a:pt x="11430000" y="615576"/>
                  <a:pt x="11378826" y="666750"/>
                  <a:pt x="11315699" y="666750"/>
                </a:cubicBezTo>
                <a:lnTo>
                  <a:pt x="114301" y="666750"/>
                </a:lnTo>
                <a:cubicBezTo>
                  <a:pt x="51174" y="666750"/>
                  <a:pt x="0" y="615576"/>
                  <a:pt x="0" y="5524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10000"/>
                </a:srgbClr>
              </a:gs>
              <a:gs pos="100000">
                <a:srgbClr val="8B5CF6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49" name="Shape 47"/>
          <p:cNvSpPr/>
          <p:nvPr/>
        </p:nvSpPr>
        <p:spPr>
          <a:xfrm>
            <a:off x="3708995" y="600075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25016" y="89297"/>
                </a:moveTo>
                <a:cubicBezTo>
                  <a:pt x="125016" y="79440"/>
                  <a:pt x="133018" y="71438"/>
                  <a:pt x="142875" y="71438"/>
                </a:cubicBezTo>
                <a:cubicBezTo>
                  <a:pt x="152732" y="71438"/>
                  <a:pt x="160734" y="79440"/>
                  <a:pt x="160734" y="89297"/>
                </a:cubicBezTo>
                <a:cubicBezTo>
                  <a:pt x="160734" y="99154"/>
                  <a:pt x="152732" y="107156"/>
                  <a:pt x="142875" y="107156"/>
                </a:cubicBezTo>
                <a:cubicBezTo>
                  <a:pt x="133018" y="107156"/>
                  <a:pt x="125016" y="99154"/>
                  <a:pt x="125016" y="89297"/>
                </a:cubicBezTo>
                <a:close/>
                <a:moveTo>
                  <a:pt x="120551" y="125016"/>
                </a:moveTo>
                <a:lnTo>
                  <a:pt x="147340" y="125016"/>
                </a:lnTo>
                <a:cubicBezTo>
                  <a:pt x="154763" y="125016"/>
                  <a:pt x="160734" y="130987"/>
                  <a:pt x="160734" y="138410"/>
                </a:cubicBezTo>
                <a:lnTo>
                  <a:pt x="160734" y="187523"/>
                </a:lnTo>
                <a:lnTo>
                  <a:pt x="165199" y="187523"/>
                </a:lnTo>
                <a:cubicBezTo>
                  <a:pt x="172622" y="187523"/>
                  <a:pt x="178594" y="193495"/>
                  <a:pt x="178594" y="200918"/>
                </a:cubicBezTo>
                <a:cubicBezTo>
                  <a:pt x="178594" y="208341"/>
                  <a:pt x="172622" y="214313"/>
                  <a:pt x="165199" y="214313"/>
                </a:cubicBezTo>
                <a:lnTo>
                  <a:pt x="120551" y="214313"/>
                </a:lnTo>
                <a:cubicBezTo>
                  <a:pt x="113128" y="214313"/>
                  <a:pt x="107156" y="208341"/>
                  <a:pt x="107156" y="200918"/>
                </a:cubicBezTo>
                <a:cubicBezTo>
                  <a:pt x="107156" y="193495"/>
                  <a:pt x="113128" y="187523"/>
                  <a:pt x="120551" y="187523"/>
                </a:cubicBezTo>
                <a:lnTo>
                  <a:pt x="133945" y="187523"/>
                </a:lnTo>
                <a:lnTo>
                  <a:pt x="133945" y="151805"/>
                </a:lnTo>
                <a:lnTo>
                  <a:pt x="120551" y="151805"/>
                </a:lnTo>
                <a:cubicBezTo>
                  <a:pt x="113128" y="151805"/>
                  <a:pt x="107156" y="145833"/>
                  <a:pt x="107156" y="138410"/>
                </a:cubicBezTo>
                <a:cubicBezTo>
                  <a:pt x="107156" y="130987"/>
                  <a:pt x="113128" y="125016"/>
                  <a:pt x="120551" y="125016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50" name="Text 48"/>
          <p:cNvSpPr/>
          <p:nvPr/>
        </p:nvSpPr>
        <p:spPr>
          <a:xfrm>
            <a:off x="4180483" y="6010275"/>
            <a:ext cx="4438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Tip:</a:t>
            </a: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Use </a:t>
            </a:r>
            <a:r>
              <a:rPr lang="en-US" sz="1200" dirty="0">
                <a:solidFill>
                  <a:srgbClr val="E2E8F0"/>
                </a:solidFill>
                <a:highlight>
                  <a:srgbClr val="1E293B">
                    <a:alpha val="10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var_dump($variable) </a:t>
            </a:r>
            <a:r>
              <a:rPr lang="en-US" sz="15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check the data type!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851" y="365851"/>
            <a:ext cx="11679808" cy="4390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57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Making Decisions with Conditions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65851" y="914629"/>
            <a:ext cx="878044" cy="36585"/>
          </a:xfrm>
          <a:custGeom>
            <a:avLst/>
            <a:gdLst/>
            <a:ahLst/>
            <a:cxnLst/>
            <a:rect l="l" t="t" r="r" b="b"/>
            <a:pathLst>
              <a:path w="878044" h="36585">
                <a:moveTo>
                  <a:pt x="18293" y="0"/>
                </a:moveTo>
                <a:lnTo>
                  <a:pt x="859751" y="0"/>
                </a:lnTo>
                <a:cubicBezTo>
                  <a:pt x="869854" y="0"/>
                  <a:pt x="878044" y="8190"/>
                  <a:pt x="878044" y="18293"/>
                </a:cubicBezTo>
                <a:lnTo>
                  <a:pt x="878044" y="18293"/>
                </a:lnTo>
                <a:cubicBezTo>
                  <a:pt x="878044" y="28395"/>
                  <a:pt x="869854" y="36585"/>
                  <a:pt x="859751" y="36585"/>
                </a:cubicBezTo>
                <a:lnTo>
                  <a:pt x="18293" y="36585"/>
                </a:lnTo>
                <a:cubicBezTo>
                  <a:pt x="8197" y="36585"/>
                  <a:pt x="0" y="28389"/>
                  <a:pt x="0" y="18293"/>
                </a:cubicBezTo>
                <a:lnTo>
                  <a:pt x="0" y="18293"/>
                </a:lnTo>
                <a:cubicBezTo>
                  <a:pt x="0" y="8197"/>
                  <a:pt x="8197" y="0"/>
                  <a:pt x="18293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365851" y="1170725"/>
            <a:ext cx="7051787" cy="1472552"/>
          </a:xfrm>
          <a:custGeom>
            <a:avLst/>
            <a:gdLst/>
            <a:ahLst/>
            <a:cxnLst/>
            <a:rect l="l" t="t" r="r" b="b"/>
            <a:pathLst>
              <a:path w="7051787" h="1472552">
                <a:moveTo>
                  <a:pt x="146342" y="0"/>
                </a:moveTo>
                <a:lnTo>
                  <a:pt x="6905445" y="0"/>
                </a:lnTo>
                <a:cubicBezTo>
                  <a:pt x="6986267" y="0"/>
                  <a:pt x="7051787" y="65520"/>
                  <a:pt x="7051787" y="146342"/>
                </a:cubicBezTo>
                <a:lnTo>
                  <a:pt x="7051787" y="1326210"/>
                </a:lnTo>
                <a:cubicBezTo>
                  <a:pt x="7051787" y="1407032"/>
                  <a:pt x="6986267" y="1472552"/>
                  <a:pt x="6905445" y="1472552"/>
                </a:cubicBezTo>
                <a:lnTo>
                  <a:pt x="146342" y="1472552"/>
                </a:lnTo>
                <a:cubicBezTo>
                  <a:pt x="65574" y="1472552"/>
                  <a:pt x="0" y="1406978"/>
                  <a:pt x="0" y="1326210"/>
                </a:cubicBezTo>
                <a:lnTo>
                  <a:pt x="0" y="146342"/>
                </a:lnTo>
                <a:cubicBezTo>
                  <a:pt x="0" y="65574"/>
                  <a:pt x="65574" y="0"/>
                  <a:pt x="146342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5" name="Shape 3"/>
          <p:cNvSpPr/>
          <p:nvPr/>
        </p:nvSpPr>
        <p:spPr>
          <a:xfrm>
            <a:off x="656246" y="1399382"/>
            <a:ext cx="205791" cy="274389"/>
          </a:xfrm>
          <a:custGeom>
            <a:avLst/>
            <a:gdLst/>
            <a:ahLst/>
            <a:cxnLst/>
            <a:rect l="l" t="t" r="r" b="b"/>
            <a:pathLst>
              <a:path w="205791" h="274389">
                <a:moveTo>
                  <a:pt x="156970" y="205791"/>
                </a:moveTo>
                <a:cubicBezTo>
                  <a:pt x="160882" y="193841"/>
                  <a:pt x="168706" y="183015"/>
                  <a:pt x="177549" y="173690"/>
                </a:cubicBezTo>
                <a:cubicBezTo>
                  <a:pt x="195073" y="155255"/>
                  <a:pt x="205791" y="130335"/>
                  <a:pt x="205791" y="102896"/>
                </a:cubicBezTo>
                <a:cubicBezTo>
                  <a:pt x="205791" y="46089"/>
                  <a:pt x="159703" y="0"/>
                  <a:pt x="102896" y="0"/>
                </a:cubicBezTo>
                <a:cubicBezTo>
                  <a:pt x="46089" y="0"/>
                  <a:pt x="0" y="46089"/>
                  <a:pt x="0" y="102896"/>
                </a:cubicBezTo>
                <a:cubicBezTo>
                  <a:pt x="0" y="130335"/>
                  <a:pt x="10718" y="155255"/>
                  <a:pt x="28243" y="173690"/>
                </a:cubicBezTo>
                <a:cubicBezTo>
                  <a:pt x="37085" y="183015"/>
                  <a:pt x="44963" y="193841"/>
                  <a:pt x="48822" y="205791"/>
                </a:cubicBezTo>
                <a:lnTo>
                  <a:pt x="156916" y="205791"/>
                </a:lnTo>
                <a:close/>
                <a:moveTo>
                  <a:pt x="154344" y="231515"/>
                </a:moveTo>
                <a:lnTo>
                  <a:pt x="51448" y="231515"/>
                </a:lnTo>
                <a:lnTo>
                  <a:pt x="51448" y="240090"/>
                </a:lnTo>
                <a:cubicBezTo>
                  <a:pt x="51448" y="263777"/>
                  <a:pt x="70634" y="282963"/>
                  <a:pt x="94321" y="282963"/>
                </a:cubicBezTo>
                <a:lnTo>
                  <a:pt x="111470" y="282963"/>
                </a:lnTo>
                <a:cubicBezTo>
                  <a:pt x="135158" y="282963"/>
                  <a:pt x="154344" y="263777"/>
                  <a:pt x="154344" y="240090"/>
                </a:cubicBezTo>
                <a:lnTo>
                  <a:pt x="154344" y="231515"/>
                </a:lnTo>
                <a:close/>
                <a:moveTo>
                  <a:pt x="98608" y="60023"/>
                </a:moveTo>
                <a:cubicBezTo>
                  <a:pt x="77279" y="60023"/>
                  <a:pt x="60023" y="77279"/>
                  <a:pt x="60023" y="98608"/>
                </a:cubicBezTo>
                <a:cubicBezTo>
                  <a:pt x="60023" y="105736"/>
                  <a:pt x="54288" y="111470"/>
                  <a:pt x="47161" y="111470"/>
                </a:cubicBezTo>
                <a:cubicBezTo>
                  <a:pt x="40033" y="111470"/>
                  <a:pt x="34299" y="105736"/>
                  <a:pt x="34299" y="98608"/>
                </a:cubicBezTo>
                <a:cubicBezTo>
                  <a:pt x="34299" y="63077"/>
                  <a:pt x="63077" y="34299"/>
                  <a:pt x="98608" y="34299"/>
                </a:cubicBezTo>
                <a:cubicBezTo>
                  <a:pt x="105736" y="34299"/>
                  <a:pt x="111470" y="40033"/>
                  <a:pt x="111470" y="47161"/>
                </a:cubicBezTo>
                <a:cubicBezTo>
                  <a:pt x="111470" y="54288"/>
                  <a:pt x="105736" y="60023"/>
                  <a:pt x="98608" y="60023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1038104" y="1390236"/>
            <a:ext cx="2204255" cy="292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8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What are Conditions?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5362" y="1829257"/>
            <a:ext cx="6704228" cy="594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4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Conditions help your program </a:t>
            </a:r>
            <a:r>
              <a:rPr lang="en-US" sz="144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make decisions</a:t>
            </a:r>
            <a:r>
              <a:rPr lang="en-US" sz="144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The code runs differently based on whether a condition is </a:t>
            </a:r>
            <a:r>
              <a:rPr lang="en-US" sz="1440" b="1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true</a:t>
            </a:r>
            <a:r>
              <a:rPr lang="en-US" sz="144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or </a:t>
            </a:r>
            <a:r>
              <a:rPr lang="en-US" sz="1440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false</a:t>
            </a:r>
            <a:r>
              <a:rPr lang="en-US" sz="144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851" y="2862788"/>
            <a:ext cx="7051787" cy="1838404"/>
          </a:xfrm>
          <a:custGeom>
            <a:avLst/>
            <a:gdLst/>
            <a:ahLst/>
            <a:cxnLst/>
            <a:rect l="l" t="t" r="r" b="b"/>
            <a:pathLst>
              <a:path w="7051787" h="1838404">
                <a:moveTo>
                  <a:pt x="146337" y="0"/>
                </a:moveTo>
                <a:lnTo>
                  <a:pt x="6905450" y="0"/>
                </a:lnTo>
                <a:cubicBezTo>
                  <a:pt x="6986270" y="0"/>
                  <a:pt x="7051787" y="65517"/>
                  <a:pt x="7051787" y="146337"/>
                </a:cubicBezTo>
                <a:lnTo>
                  <a:pt x="7051787" y="1692067"/>
                </a:lnTo>
                <a:cubicBezTo>
                  <a:pt x="7051787" y="1772886"/>
                  <a:pt x="6986270" y="1838404"/>
                  <a:pt x="6905450" y="1838404"/>
                </a:cubicBezTo>
                <a:lnTo>
                  <a:pt x="146337" y="1838404"/>
                </a:lnTo>
                <a:cubicBezTo>
                  <a:pt x="65517" y="1838404"/>
                  <a:pt x="0" y="1772886"/>
                  <a:pt x="0" y="1692067"/>
                </a:cubicBezTo>
                <a:lnTo>
                  <a:pt x="0" y="146337"/>
                </a:lnTo>
                <a:cubicBezTo>
                  <a:pt x="0" y="65571"/>
                  <a:pt x="65571" y="0"/>
                  <a:pt x="146337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10000"/>
                </a:srgbClr>
              </a:gs>
              <a:gs pos="100000">
                <a:srgbClr val="8B5CF6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9" name="Shape 7"/>
          <p:cNvSpPr/>
          <p:nvPr/>
        </p:nvSpPr>
        <p:spPr>
          <a:xfrm>
            <a:off x="621947" y="3091445"/>
            <a:ext cx="274389" cy="274389"/>
          </a:xfrm>
          <a:custGeom>
            <a:avLst/>
            <a:gdLst/>
            <a:ahLst/>
            <a:cxnLst/>
            <a:rect l="l" t="t" r="r" b="b"/>
            <a:pathLst>
              <a:path w="274389" h="274389">
                <a:moveTo>
                  <a:pt x="137194" y="-17149"/>
                </a:moveTo>
                <a:cubicBezTo>
                  <a:pt x="146680" y="-17149"/>
                  <a:pt x="154344" y="-9486"/>
                  <a:pt x="154344" y="0"/>
                </a:cubicBezTo>
                <a:lnTo>
                  <a:pt x="154344" y="1072"/>
                </a:lnTo>
                <a:cubicBezTo>
                  <a:pt x="222030" y="9486"/>
                  <a:pt x="274389" y="67257"/>
                  <a:pt x="274389" y="137194"/>
                </a:cubicBezTo>
                <a:cubicBezTo>
                  <a:pt x="274389" y="139231"/>
                  <a:pt x="274335" y="141214"/>
                  <a:pt x="274281" y="143250"/>
                </a:cubicBezTo>
                <a:cubicBezTo>
                  <a:pt x="274121" y="146948"/>
                  <a:pt x="271602" y="150110"/>
                  <a:pt x="268011" y="151128"/>
                </a:cubicBezTo>
                <a:cubicBezTo>
                  <a:pt x="264421" y="152146"/>
                  <a:pt x="260616" y="150753"/>
                  <a:pt x="258579" y="147645"/>
                </a:cubicBezTo>
                <a:cubicBezTo>
                  <a:pt x="250862" y="136176"/>
                  <a:pt x="237786" y="128620"/>
                  <a:pt x="222941" y="128620"/>
                </a:cubicBezTo>
                <a:cubicBezTo>
                  <a:pt x="207238" y="128620"/>
                  <a:pt x="193519" y="137034"/>
                  <a:pt x="186016" y="149681"/>
                </a:cubicBezTo>
                <a:cubicBezTo>
                  <a:pt x="184569" y="152146"/>
                  <a:pt x="181943" y="153754"/>
                  <a:pt x="179049" y="153861"/>
                </a:cubicBezTo>
                <a:cubicBezTo>
                  <a:pt x="176155" y="153968"/>
                  <a:pt x="173422" y="152682"/>
                  <a:pt x="171707" y="150378"/>
                </a:cubicBezTo>
                <a:cubicBezTo>
                  <a:pt x="163883" y="139767"/>
                  <a:pt x="151342" y="132907"/>
                  <a:pt x="137141" y="132907"/>
                </a:cubicBezTo>
                <a:cubicBezTo>
                  <a:pt x="122939" y="132907"/>
                  <a:pt x="110399" y="139767"/>
                  <a:pt x="102574" y="150378"/>
                </a:cubicBezTo>
                <a:cubicBezTo>
                  <a:pt x="100859" y="152682"/>
                  <a:pt x="98126" y="154022"/>
                  <a:pt x="95232" y="153861"/>
                </a:cubicBezTo>
                <a:cubicBezTo>
                  <a:pt x="92338" y="153700"/>
                  <a:pt x="89766" y="152146"/>
                  <a:pt x="88265" y="149681"/>
                </a:cubicBezTo>
                <a:cubicBezTo>
                  <a:pt x="80762" y="137034"/>
                  <a:pt x="67043" y="128620"/>
                  <a:pt x="51341" y="128620"/>
                </a:cubicBezTo>
                <a:cubicBezTo>
                  <a:pt x="36496" y="128620"/>
                  <a:pt x="23419" y="136176"/>
                  <a:pt x="15702" y="147645"/>
                </a:cubicBezTo>
                <a:cubicBezTo>
                  <a:pt x="13612" y="150699"/>
                  <a:pt x="9807" y="152146"/>
                  <a:pt x="6270" y="151128"/>
                </a:cubicBezTo>
                <a:cubicBezTo>
                  <a:pt x="2733" y="150110"/>
                  <a:pt x="268" y="146948"/>
                  <a:pt x="107" y="143250"/>
                </a:cubicBezTo>
                <a:cubicBezTo>
                  <a:pt x="54" y="141214"/>
                  <a:pt x="0" y="139231"/>
                  <a:pt x="0" y="137194"/>
                </a:cubicBezTo>
                <a:cubicBezTo>
                  <a:pt x="0" y="67257"/>
                  <a:pt x="52359" y="9486"/>
                  <a:pt x="120045" y="1072"/>
                </a:cubicBezTo>
                <a:lnTo>
                  <a:pt x="120045" y="0"/>
                </a:lnTo>
                <a:cubicBezTo>
                  <a:pt x="120045" y="-9486"/>
                  <a:pt x="127709" y="-17149"/>
                  <a:pt x="137194" y="-17149"/>
                </a:cubicBezTo>
                <a:close/>
                <a:moveTo>
                  <a:pt x="154344" y="175780"/>
                </a:moveTo>
                <a:lnTo>
                  <a:pt x="154344" y="230765"/>
                </a:lnTo>
                <a:cubicBezTo>
                  <a:pt x="154344" y="254881"/>
                  <a:pt x="134783" y="274389"/>
                  <a:pt x="110720" y="274389"/>
                </a:cubicBezTo>
                <a:cubicBezTo>
                  <a:pt x="94214" y="274389"/>
                  <a:pt x="79101" y="265064"/>
                  <a:pt x="71705" y="250272"/>
                </a:cubicBezTo>
                <a:lnTo>
                  <a:pt x="70473" y="247754"/>
                </a:lnTo>
                <a:cubicBezTo>
                  <a:pt x="66239" y="239286"/>
                  <a:pt x="69669" y="228997"/>
                  <a:pt x="78136" y="224763"/>
                </a:cubicBezTo>
                <a:cubicBezTo>
                  <a:pt x="86604" y="220529"/>
                  <a:pt x="96893" y="223959"/>
                  <a:pt x="101127" y="232426"/>
                </a:cubicBezTo>
                <a:lnTo>
                  <a:pt x="102360" y="234945"/>
                </a:lnTo>
                <a:cubicBezTo>
                  <a:pt x="103968" y="238107"/>
                  <a:pt x="107183" y="240090"/>
                  <a:pt x="110720" y="240090"/>
                </a:cubicBezTo>
                <a:cubicBezTo>
                  <a:pt x="115865" y="240090"/>
                  <a:pt x="120045" y="235910"/>
                  <a:pt x="120045" y="230765"/>
                </a:cubicBezTo>
                <a:lnTo>
                  <a:pt x="120045" y="175780"/>
                </a:lnTo>
                <a:cubicBezTo>
                  <a:pt x="120045" y="166294"/>
                  <a:pt x="127709" y="158631"/>
                  <a:pt x="137194" y="158631"/>
                </a:cubicBezTo>
                <a:cubicBezTo>
                  <a:pt x="146680" y="158631"/>
                  <a:pt x="154344" y="166294"/>
                  <a:pt x="154344" y="17578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1038104" y="3082299"/>
            <a:ext cx="1847550" cy="292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8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Real-Life Example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5362" y="3521320"/>
            <a:ext cx="6612765" cy="960360"/>
          </a:xfrm>
          <a:custGeom>
            <a:avLst/>
            <a:gdLst/>
            <a:ahLst/>
            <a:cxnLst/>
            <a:rect l="l" t="t" r="r" b="b"/>
            <a:pathLst>
              <a:path w="6612765" h="960360">
                <a:moveTo>
                  <a:pt x="109760" y="0"/>
                </a:moveTo>
                <a:lnTo>
                  <a:pt x="6503006" y="0"/>
                </a:lnTo>
                <a:cubicBezTo>
                  <a:pt x="6563624" y="0"/>
                  <a:pt x="6612765" y="49141"/>
                  <a:pt x="6612765" y="109760"/>
                </a:cubicBezTo>
                <a:lnTo>
                  <a:pt x="6612765" y="850601"/>
                </a:lnTo>
                <a:cubicBezTo>
                  <a:pt x="6612765" y="911219"/>
                  <a:pt x="6563624" y="960360"/>
                  <a:pt x="6503006" y="960360"/>
                </a:cubicBezTo>
                <a:lnTo>
                  <a:pt x="109760" y="960360"/>
                </a:lnTo>
                <a:cubicBezTo>
                  <a:pt x="49141" y="960360"/>
                  <a:pt x="0" y="911219"/>
                  <a:pt x="0" y="850601"/>
                </a:cubicBezTo>
                <a:lnTo>
                  <a:pt x="0" y="109760"/>
                </a:lnTo>
                <a:cubicBezTo>
                  <a:pt x="0" y="49182"/>
                  <a:pt x="49182" y="0"/>
                  <a:pt x="10976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7194" dist="91463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22557" y="3704246"/>
            <a:ext cx="6338377" cy="594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44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</a:t>
            </a:r>
            <a:r>
              <a:rPr lang="en-US" sz="144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it rains → </a:t>
            </a:r>
            <a:r>
              <a:rPr lang="en-US" sz="1440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Take an umbrella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4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Else</a:t>
            </a:r>
            <a:r>
              <a:rPr lang="en-US" sz="144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→ </a:t>
            </a:r>
            <a:r>
              <a:rPr lang="en-US" sz="1440" b="1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need for umbrella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65851" y="4920702"/>
            <a:ext cx="7051787" cy="1939013"/>
          </a:xfrm>
          <a:custGeom>
            <a:avLst/>
            <a:gdLst/>
            <a:ahLst/>
            <a:cxnLst/>
            <a:rect l="l" t="t" r="r" b="b"/>
            <a:pathLst>
              <a:path w="7051787" h="1939013">
                <a:moveTo>
                  <a:pt x="146337" y="0"/>
                </a:moveTo>
                <a:lnTo>
                  <a:pt x="6905450" y="0"/>
                </a:lnTo>
                <a:cubicBezTo>
                  <a:pt x="6986270" y="0"/>
                  <a:pt x="7051787" y="65517"/>
                  <a:pt x="7051787" y="146337"/>
                </a:cubicBezTo>
                <a:lnTo>
                  <a:pt x="7051787" y="1792675"/>
                </a:lnTo>
                <a:cubicBezTo>
                  <a:pt x="7051787" y="1873495"/>
                  <a:pt x="6986270" y="1939013"/>
                  <a:pt x="6905450" y="1939013"/>
                </a:cubicBezTo>
                <a:lnTo>
                  <a:pt x="146337" y="1939013"/>
                </a:lnTo>
                <a:cubicBezTo>
                  <a:pt x="65517" y="1939013"/>
                  <a:pt x="0" y="1873495"/>
                  <a:pt x="0" y="1792675"/>
                </a:cubicBezTo>
                <a:lnTo>
                  <a:pt x="0" y="146337"/>
                </a:lnTo>
                <a:cubicBezTo>
                  <a:pt x="0" y="65572"/>
                  <a:pt x="65572" y="0"/>
                  <a:pt x="146337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604798" y="5149359"/>
            <a:ext cx="308687" cy="274389"/>
          </a:xfrm>
          <a:custGeom>
            <a:avLst/>
            <a:gdLst/>
            <a:ahLst/>
            <a:cxnLst/>
            <a:rect l="l" t="t" r="r" b="b"/>
            <a:pathLst>
              <a:path w="308687" h="274389">
                <a:moveTo>
                  <a:pt x="193358" y="643"/>
                </a:moveTo>
                <a:cubicBezTo>
                  <a:pt x="184248" y="-1983"/>
                  <a:pt x="174762" y="3323"/>
                  <a:pt x="172136" y="12433"/>
                </a:cubicBezTo>
                <a:lnTo>
                  <a:pt x="103539" y="252523"/>
                </a:lnTo>
                <a:cubicBezTo>
                  <a:pt x="100913" y="261634"/>
                  <a:pt x="106218" y="271120"/>
                  <a:pt x="115329" y="273745"/>
                </a:cubicBezTo>
                <a:cubicBezTo>
                  <a:pt x="124440" y="276371"/>
                  <a:pt x="133925" y="271066"/>
                  <a:pt x="136551" y="261955"/>
                </a:cubicBezTo>
                <a:lnTo>
                  <a:pt x="205148" y="21865"/>
                </a:lnTo>
                <a:cubicBezTo>
                  <a:pt x="207774" y="12755"/>
                  <a:pt x="202469" y="3269"/>
                  <a:pt x="193358" y="643"/>
                </a:cubicBezTo>
                <a:close/>
                <a:moveTo>
                  <a:pt x="227978" y="73581"/>
                </a:moveTo>
                <a:cubicBezTo>
                  <a:pt x="221279" y="80280"/>
                  <a:pt x="221279" y="91159"/>
                  <a:pt x="227978" y="97858"/>
                </a:cubicBezTo>
                <a:lnTo>
                  <a:pt x="267315" y="137194"/>
                </a:lnTo>
                <a:lnTo>
                  <a:pt x="227978" y="176530"/>
                </a:lnTo>
                <a:cubicBezTo>
                  <a:pt x="221279" y="183229"/>
                  <a:pt x="221279" y="194108"/>
                  <a:pt x="227978" y="200807"/>
                </a:cubicBezTo>
                <a:cubicBezTo>
                  <a:pt x="234677" y="207506"/>
                  <a:pt x="245556" y="207506"/>
                  <a:pt x="252255" y="200807"/>
                </a:cubicBezTo>
                <a:lnTo>
                  <a:pt x="303703" y="149360"/>
                </a:lnTo>
                <a:cubicBezTo>
                  <a:pt x="310402" y="142661"/>
                  <a:pt x="310402" y="131782"/>
                  <a:pt x="303703" y="125083"/>
                </a:cubicBezTo>
                <a:lnTo>
                  <a:pt x="252255" y="73635"/>
                </a:lnTo>
                <a:cubicBezTo>
                  <a:pt x="245556" y="66936"/>
                  <a:pt x="234677" y="66936"/>
                  <a:pt x="227978" y="73635"/>
                </a:cubicBezTo>
                <a:close/>
                <a:moveTo>
                  <a:pt x="80762" y="73581"/>
                </a:moveTo>
                <a:cubicBezTo>
                  <a:pt x="74063" y="66882"/>
                  <a:pt x="63184" y="66882"/>
                  <a:pt x="56485" y="73581"/>
                </a:cubicBezTo>
                <a:lnTo>
                  <a:pt x="5038" y="125029"/>
                </a:lnTo>
                <a:cubicBezTo>
                  <a:pt x="-1661" y="131728"/>
                  <a:pt x="-1661" y="142607"/>
                  <a:pt x="5038" y="149306"/>
                </a:cubicBezTo>
                <a:lnTo>
                  <a:pt x="56485" y="200754"/>
                </a:lnTo>
                <a:cubicBezTo>
                  <a:pt x="63184" y="207453"/>
                  <a:pt x="74063" y="207453"/>
                  <a:pt x="80762" y="200754"/>
                </a:cubicBezTo>
                <a:cubicBezTo>
                  <a:pt x="87461" y="194055"/>
                  <a:pt x="87461" y="183176"/>
                  <a:pt x="80762" y="176477"/>
                </a:cubicBezTo>
                <a:lnTo>
                  <a:pt x="41426" y="137194"/>
                </a:lnTo>
                <a:lnTo>
                  <a:pt x="80709" y="97858"/>
                </a:lnTo>
                <a:cubicBezTo>
                  <a:pt x="87408" y="91159"/>
                  <a:pt x="87408" y="80280"/>
                  <a:pt x="80709" y="73581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5" name="Text 13"/>
          <p:cNvSpPr/>
          <p:nvPr/>
        </p:nvSpPr>
        <p:spPr>
          <a:xfrm>
            <a:off x="1038104" y="5140213"/>
            <a:ext cx="2195109" cy="292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8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PHP Condition Types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5362" y="5579235"/>
            <a:ext cx="3256078" cy="475607"/>
          </a:xfrm>
          <a:custGeom>
            <a:avLst/>
            <a:gdLst/>
            <a:ahLst/>
            <a:cxnLst/>
            <a:rect l="l" t="t" r="r" b="b"/>
            <a:pathLst>
              <a:path w="3256078" h="475607">
                <a:moveTo>
                  <a:pt x="73172" y="0"/>
                </a:moveTo>
                <a:lnTo>
                  <a:pt x="3182906" y="0"/>
                </a:lnTo>
                <a:cubicBezTo>
                  <a:pt x="3223318" y="0"/>
                  <a:pt x="3256078" y="32760"/>
                  <a:pt x="3256078" y="73172"/>
                </a:cubicBezTo>
                <a:lnTo>
                  <a:pt x="3256078" y="402435"/>
                </a:lnTo>
                <a:cubicBezTo>
                  <a:pt x="3256078" y="442847"/>
                  <a:pt x="3223318" y="475607"/>
                  <a:pt x="3182906" y="475607"/>
                </a:cubicBezTo>
                <a:lnTo>
                  <a:pt x="73172" y="475607"/>
                </a:lnTo>
                <a:cubicBezTo>
                  <a:pt x="32760" y="475607"/>
                  <a:pt x="0" y="442847"/>
                  <a:pt x="0" y="402435"/>
                </a:cubicBezTo>
                <a:lnTo>
                  <a:pt x="0" y="73172"/>
                </a:lnTo>
                <a:cubicBezTo>
                  <a:pt x="0" y="32760"/>
                  <a:pt x="32760" y="0"/>
                  <a:pt x="73172" y="0"/>
                </a:cubicBezTo>
                <a:close/>
              </a:path>
            </a:pathLst>
          </a:custGeom>
          <a:solidFill>
            <a:srgbClr val="3B82F6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127560" y="5725575"/>
            <a:ext cx="168635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6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948147" y="5579235"/>
            <a:ext cx="3256078" cy="475607"/>
          </a:xfrm>
          <a:custGeom>
            <a:avLst/>
            <a:gdLst/>
            <a:ahLst/>
            <a:cxnLst/>
            <a:rect l="l" t="t" r="r" b="b"/>
            <a:pathLst>
              <a:path w="3256078" h="475607">
                <a:moveTo>
                  <a:pt x="73172" y="0"/>
                </a:moveTo>
                <a:lnTo>
                  <a:pt x="3182906" y="0"/>
                </a:lnTo>
                <a:cubicBezTo>
                  <a:pt x="3223318" y="0"/>
                  <a:pt x="3256078" y="32760"/>
                  <a:pt x="3256078" y="73172"/>
                </a:cubicBezTo>
                <a:lnTo>
                  <a:pt x="3256078" y="402435"/>
                </a:lnTo>
                <a:cubicBezTo>
                  <a:pt x="3256078" y="442847"/>
                  <a:pt x="3223318" y="475607"/>
                  <a:pt x="3182906" y="475607"/>
                </a:cubicBezTo>
                <a:lnTo>
                  <a:pt x="73172" y="475607"/>
                </a:lnTo>
                <a:cubicBezTo>
                  <a:pt x="32760" y="475607"/>
                  <a:pt x="0" y="442847"/>
                  <a:pt x="0" y="402435"/>
                </a:cubicBezTo>
                <a:lnTo>
                  <a:pt x="0" y="73172"/>
                </a:lnTo>
                <a:cubicBezTo>
                  <a:pt x="0" y="32760"/>
                  <a:pt x="32760" y="0"/>
                  <a:pt x="73172" y="0"/>
                </a:cubicBezTo>
                <a:close/>
              </a:path>
            </a:pathLst>
          </a:custGeom>
          <a:solidFill>
            <a:srgbClr val="8B5CF6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309324" y="5725575"/>
            <a:ext cx="530675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6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if-else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85362" y="6164597"/>
            <a:ext cx="3256078" cy="475607"/>
          </a:xfrm>
          <a:custGeom>
            <a:avLst/>
            <a:gdLst/>
            <a:ahLst/>
            <a:cxnLst/>
            <a:rect l="l" t="t" r="r" b="b"/>
            <a:pathLst>
              <a:path w="3256078" h="475607">
                <a:moveTo>
                  <a:pt x="73172" y="0"/>
                </a:moveTo>
                <a:lnTo>
                  <a:pt x="3182906" y="0"/>
                </a:lnTo>
                <a:cubicBezTo>
                  <a:pt x="3223318" y="0"/>
                  <a:pt x="3256078" y="32760"/>
                  <a:pt x="3256078" y="73172"/>
                </a:cubicBezTo>
                <a:lnTo>
                  <a:pt x="3256078" y="402435"/>
                </a:lnTo>
                <a:cubicBezTo>
                  <a:pt x="3256078" y="442847"/>
                  <a:pt x="3223318" y="475607"/>
                  <a:pt x="3182906" y="475607"/>
                </a:cubicBezTo>
                <a:lnTo>
                  <a:pt x="73172" y="475607"/>
                </a:lnTo>
                <a:cubicBezTo>
                  <a:pt x="32760" y="475607"/>
                  <a:pt x="0" y="442847"/>
                  <a:pt x="0" y="402435"/>
                </a:cubicBezTo>
                <a:lnTo>
                  <a:pt x="0" y="73172"/>
                </a:lnTo>
                <a:cubicBezTo>
                  <a:pt x="0" y="32760"/>
                  <a:pt x="32760" y="0"/>
                  <a:pt x="73172" y="0"/>
                </a:cubicBezTo>
                <a:close/>
              </a:path>
            </a:pathLst>
          </a:custGeom>
          <a:solidFill>
            <a:srgbClr val="22C55E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986554" y="6310938"/>
            <a:ext cx="450645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6" b="1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elseif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948147" y="6164597"/>
            <a:ext cx="3256078" cy="475607"/>
          </a:xfrm>
          <a:custGeom>
            <a:avLst/>
            <a:gdLst/>
            <a:ahLst/>
            <a:cxnLst/>
            <a:rect l="l" t="t" r="r" b="b"/>
            <a:pathLst>
              <a:path w="3256078" h="475607">
                <a:moveTo>
                  <a:pt x="73172" y="0"/>
                </a:moveTo>
                <a:lnTo>
                  <a:pt x="3182906" y="0"/>
                </a:lnTo>
                <a:cubicBezTo>
                  <a:pt x="3223318" y="0"/>
                  <a:pt x="3256078" y="32760"/>
                  <a:pt x="3256078" y="73172"/>
                </a:cubicBezTo>
                <a:lnTo>
                  <a:pt x="3256078" y="402435"/>
                </a:lnTo>
                <a:cubicBezTo>
                  <a:pt x="3256078" y="442847"/>
                  <a:pt x="3223318" y="475607"/>
                  <a:pt x="3182906" y="475607"/>
                </a:cubicBezTo>
                <a:lnTo>
                  <a:pt x="73172" y="475607"/>
                </a:lnTo>
                <a:cubicBezTo>
                  <a:pt x="32760" y="475607"/>
                  <a:pt x="0" y="442847"/>
                  <a:pt x="0" y="402435"/>
                </a:cubicBezTo>
                <a:lnTo>
                  <a:pt x="0" y="73172"/>
                </a:lnTo>
                <a:cubicBezTo>
                  <a:pt x="0" y="32760"/>
                  <a:pt x="32760" y="0"/>
                  <a:pt x="73172" y="0"/>
                </a:cubicBezTo>
                <a:close/>
              </a:path>
            </a:pathLst>
          </a:custGeom>
          <a:solidFill>
            <a:srgbClr val="F59E0B">
              <a:alpha val="2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299130" y="6310938"/>
            <a:ext cx="551064" cy="18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96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switch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713369" y="1170725"/>
            <a:ext cx="4115829" cy="5688990"/>
          </a:xfrm>
          <a:custGeom>
            <a:avLst/>
            <a:gdLst/>
            <a:ahLst/>
            <a:cxnLst/>
            <a:rect l="l" t="t" r="r" b="b"/>
            <a:pathLst>
              <a:path w="4115829" h="5688990">
                <a:moveTo>
                  <a:pt x="146359" y="0"/>
                </a:moveTo>
                <a:lnTo>
                  <a:pt x="3969470" y="0"/>
                </a:lnTo>
                <a:cubicBezTo>
                  <a:pt x="4050302" y="0"/>
                  <a:pt x="4115829" y="65527"/>
                  <a:pt x="4115829" y="146359"/>
                </a:cubicBezTo>
                <a:lnTo>
                  <a:pt x="4115829" y="5542631"/>
                </a:lnTo>
                <a:cubicBezTo>
                  <a:pt x="4115829" y="5623463"/>
                  <a:pt x="4050302" y="5688990"/>
                  <a:pt x="3969470" y="5688990"/>
                </a:cubicBezTo>
                <a:lnTo>
                  <a:pt x="146359" y="5688990"/>
                </a:lnTo>
                <a:cubicBezTo>
                  <a:pt x="65527" y="5688990"/>
                  <a:pt x="0" y="5623463"/>
                  <a:pt x="0" y="5542631"/>
                </a:cubicBezTo>
                <a:lnTo>
                  <a:pt x="0" y="146359"/>
                </a:lnTo>
                <a:cubicBezTo>
                  <a:pt x="0" y="65581"/>
                  <a:pt x="65581" y="0"/>
                  <a:pt x="146359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5" name="Text 23"/>
          <p:cNvSpPr/>
          <p:nvPr/>
        </p:nvSpPr>
        <p:spPr>
          <a:xfrm>
            <a:off x="8669251" y="2314011"/>
            <a:ext cx="2314011" cy="2926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8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How Conditions Work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932880" y="2826203"/>
            <a:ext cx="585362" cy="585362"/>
          </a:xfrm>
          <a:custGeom>
            <a:avLst/>
            <a:gdLst/>
            <a:ahLst/>
            <a:cxnLst/>
            <a:rect l="l" t="t" r="r" b="b"/>
            <a:pathLst>
              <a:path w="585362" h="585362">
                <a:moveTo>
                  <a:pt x="292681" y="0"/>
                </a:moveTo>
                <a:lnTo>
                  <a:pt x="292681" y="0"/>
                </a:lnTo>
                <a:cubicBezTo>
                  <a:pt x="454216" y="0"/>
                  <a:pt x="585362" y="131146"/>
                  <a:pt x="585362" y="292681"/>
                </a:cubicBezTo>
                <a:lnTo>
                  <a:pt x="585362" y="292681"/>
                </a:lnTo>
                <a:cubicBezTo>
                  <a:pt x="585362" y="454216"/>
                  <a:pt x="454216" y="585362"/>
                  <a:pt x="292681" y="585362"/>
                </a:cubicBezTo>
                <a:lnTo>
                  <a:pt x="292681" y="585362"/>
                </a:lnTo>
                <a:cubicBezTo>
                  <a:pt x="131146" y="585362"/>
                  <a:pt x="0" y="454216"/>
                  <a:pt x="0" y="292681"/>
                </a:cubicBezTo>
                <a:lnTo>
                  <a:pt x="0" y="292681"/>
                </a:lnTo>
                <a:cubicBezTo>
                  <a:pt x="0" y="131146"/>
                  <a:pt x="131146" y="0"/>
                  <a:pt x="292681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7" name="Shape 25"/>
          <p:cNvSpPr/>
          <p:nvPr/>
        </p:nvSpPr>
        <p:spPr>
          <a:xfrm>
            <a:off x="8156964" y="3009128"/>
            <a:ext cx="137194" cy="219511"/>
          </a:xfrm>
          <a:custGeom>
            <a:avLst/>
            <a:gdLst/>
            <a:ahLst/>
            <a:cxnLst/>
            <a:rect l="l" t="t" r="r" b="b"/>
            <a:pathLst>
              <a:path w="137194" h="219511">
                <a:moveTo>
                  <a:pt x="27439" y="68597"/>
                </a:moveTo>
                <a:cubicBezTo>
                  <a:pt x="27439" y="45874"/>
                  <a:pt x="45874" y="27439"/>
                  <a:pt x="68597" y="27439"/>
                </a:cubicBezTo>
                <a:cubicBezTo>
                  <a:pt x="91320" y="27439"/>
                  <a:pt x="109755" y="45874"/>
                  <a:pt x="109755" y="68597"/>
                </a:cubicBezTo>
                <a:cubicBezTo>
                  <a:pt x="109755" y="86904"/>
                  <a:pt x="97794" y="102424"/>
                  <a:pt x="81245" y="107783"/>
                </a:cubicBezTo>
                <a:cubicBezTo>
                  <a:pt x="69069" y="111728"/>
                  <a:pt x="54878" y="122918"/>
                  <a:pt x="54878" y="140624"/>
                </a:cubicBezTo>
                <a:lnTo>
                  <a:pt x="54878" y="150914"/>
                </a:lnTo>
                <a:cubicBezTo>
                  <a:pt x="54878" y="158502"/>
                  <a:pt x="61009" y="164633"/>
                  <a:pt x="68597" y="164633"/>
                </a:cubicBezTo>
                <a:cubicBezTo>
                  <a:pt x="76186" y="164633"/>
                  <a:pt x="82317" y="158502"/>
                  <a:pt x="82317" y="150914"/>
                </a:cubicBezTo>
                <a:lnTo>
                  <a:pt x="82317" y="140624"/>
                </a:lnTo>
                <a:cubicBezTo>
                  <a:pt x="82317" y="139895"/>
                  <a:pt x="82574" y="138866"/>
                  <a:pt x="83817" y="137494"/>
                </a:cubicBezTo>
                <a:cubicBezTo>
                  <a:pt x="85103" y="136080"/>
                  <a:pt x="87204" y="134708"/>
                  <a:pt x="89691" y="133893"/>
                </a:cubicBezTo>
                <a:cubicBezTo>
                  <a:pt x="117258" y="125018"/>
                  <a:pt x="137194" y="99166"/>
                  <a:pt x="137194" y="68597"/>
                </a:cubicBezTo>
                <a:cubicBezTo>
                  <a:pt x="137194" y="30697"/>
                  <a:pt x="106497" y="0"/>
                  <a:pt x="68597" y="0"/>
                </a:cubicBezTo>
                <a:cubicBezTo>
                  <a:pt x="30697" y="0"/>
                  <a:pt x="0" y="30697"/>
                  <a:pt x="0" y="68597"/>
                </a:cubicBezTo>
                <a:cubicBezTo>
                  <a:pt x="0" y="76186"/>
                  <a:pt x="6131" y="82317"/>
                  <a:pt x="13719" y="82317"/>
                </a:cubicBezTo>
                <a:cubicBezTo>
                  <a:pt x="21308" y="82317"/>
                  <a:pt x="27439" y="76186"/>
                  <a:pt x="27439" y="68597"/>
                </a:cubicBezTo>
                <a:close/>
                <a:moveTo>
                  <a:pt x="68597" y="219511"/>
                </a:moveTo>
                <a:cubicBezTo>
                  <a:pt x="78072" y="219511"/>
                  <a:pt x="85746" y="211837"/>
                  <a:pt x="85746" y="202362"/>
                </a:cubicBezTo>
                <a:cubicBezTo>
                  <a:pt x="85746" y="192887"/>
                  <a:pt x="78072" y="185212"/>
                  <a:pt x="68597" y="185212"/>
                </a:cubicBezTo>
                <a:cubicBezTo>
                  <a:pt x="59122" y="185212"/>
                  <a:pt x="51448" y="192887"/>
                  <a:pt x="51448" y="202362"/>
                </a:cubicBezTo>
                <a:cubicBezTo>
                  <a:pt x="51448" y="211837"/>
                  <a:pt x="59122" y="219511"/>
                  <a:pt x="68597" y="21951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8664583" y="2881080"/>
            <a:ext cx="2945104" cy="475607"/>
          </a:xfrm>
          <a:custGeom>
            <a:avLst/>
            <a:gdLst/>
            <a:ahLst/>
            <a:cxnLst/>
            <a:rect l="l" t="t" r="r" b="b"/>
            <a:pathLst>
              <a:path w="2945104" h="475607">
                <a:moveTo>
                  <a:pt x="73172" y="0"/>
                </a:moveTo>
                <a:lnTo>
                  <a:pt x="2871932" y="0"/>
                </a:lnTo>
                <a:cubicBezTo>
                  <a:pt x="2912344" y="0"/>
                  <a:pt x="2945104" y="32760"/>
                  <a:pt x="2945104" y="73172"/>
                </a:cubicBezTo>
                <a:lnTo>
                  <a:pt x="2945104" y="402435"/>
                </a:lnTo>
                <a:cubicBezTo>
                  <a:pt x="2945104" y="442847"/>
                  <a:pt x="2912344" y="475607"/>
                  <a:pt x="2871932" y="475607"/>
                </a:cubicBezTo>
                <a:lnTo>
                  <a:pt x="73172" y="475607"/>
                </a:lnTo>
                <a:cubicBezTo>
                  <a:pt x="32760" y="475607"/>
                  <a:pt x="0" y="442847"/>
                  <a:pt x="0" y="402435"/>
                </a:cubicBezTo>
                <a:lnTo>
                  <a:pt x="0" y="73172"/>
                </a:lnTo>
                <a:cubicBezTo>
                  <a:pt x="0" y="32760"/>
                  <a:pt x="32760" y="0"/>
                  <a:pt x="7317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7439" dist="9146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774338" y="2990836"/>
            <a:ext cx="2807910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6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 Condition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670674" y="3557905"/>
            <a:ext cx="205791" cy="274389"/>
          </a:xfrm>
          <a:custGeom>
            <a:avLst/>
            <a:gdLst/>
            <a:ahLst/>
            <a:cxnLst/>
            <a:rect l="l" t="t" r="r" b="b"/>
            <a:pathLst>
              <a:path w="205791" h="274389">
                <a:moveTo>
                  <a:pt x="90784" y="269351"/>
                </a:moveTo>
                <a:cubicBezTo>
                  <a:pt x="97483" y="276050"/>
                  <a:pt x="108362" y="276050"/>
                  <a:pt x="115061" y="269351"/>
                </a:cubicBezTo>
                <a:lnTo>
                  <a:pt x="200807" y="183605"/>
                </a:lnTo>
                <a:cubicBezTo>
                  <a:pt x="207506" y="176906"/>
                  <a:pt x="207506" y="166027"/>
                  <a:pt x="200807" y="159328"/>
                </a:cubicBezTo>
                <a:cubicBezTo>
                  <a:pt x="194108" y="152629"/>
                  <a:pt x="183229" y="152629"/>
                  <a:pt x="176530" y="159328"/>
                </a:cubicBezTo>
                <a:lnTo>
                  <a:pt x="120045" y="215813"/>
                </a:lnTo>
                <a:lnTo>
                  <a:pt x="120045" y="17149"/>
                </a:lnTo>
                <a:cubicBezTo>
                  <a:pt x="120045" y="7664"/>
                  <a:pt x="112381" y="0"/>
                  <a:pt x="102896" y="0"/>
                </a:cubicBezTo>
                <a:cubicBezTo>
                  <a:pt x="93410" y="0"/>
                  <a:pt x="85746" y="7664"/>
                  <a:pt x="85746" y="17149"/>
                </a:cubicBezTo>
                <a:lnTo>
                  <a:pt x="85746" y="215813"/>
                </a:lnTo>
                <a:lnTo>
                  <a:pt x="29261" y="159328"/>
                </a:lnTo>
                <a:cubicBezTo>
                  <a:pt x="22562" y="152629"/>
                  <a:pt x="11683" y="152629"/>
                  <a:pt x="4984" y="159328"/>
                </a:cubicBezTo>
                <a:cubicBezTo>
                  <a:pt x="-1715" y="166027"/>
                  <a:pt x="-1715" y="176906"/>
                  <a:pt x="4984" y="183605"/>
                </a:cubicBezTo>
                <a:lnTo>
                  <a:pt x="90730" y="269351"/>
                </a:ln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31" name="Shape 29"/>
          <p:cNvSpPr/>
          <p:nvPr/>
        </p:nvSpPr>
        <p:spPr>
          <a:xfrm>
            <a:off x="7932880" y="3978635"/>
            <a:ext cx="585362" cy="585362"/>
          </a:xfrm>
          <a:custGeom>
            <a:avLst/>
            <a:gdLst/>
            <a:ahLst/>
            <a:cxnLst/>
            <a:rect l="l" t="t" r="r" b="b"/>
            <a:pathLst>
              <a:path w="585362" h="585362">
                <a:moveTo>
                  <a:pt x="292681" y="0"/>
                </a:moveTo>
                <a:lnTo>
                  <a:pt x="292681" y="0"/>
                </a:lnTo>
                <a:cubicBezTo>
                  <a:pt x="454216" y="0"/>
                  <a:pt x="585362" y="131146"/>
                  <a:pt x="585362" y="292681"/>
                </a:cubicBezTo>
                <a:lnTo>
                  <a:pt x="585362" y="292681"/>
                </a:lnTo>
                <a:cubicBezTo>
                  <a:pt x="585362" y="454216"/>
                  <a:pt x="454216" y="585362"/>
                  <a:pt x="292681" y="585362"/>
                </a:cubicBezTo>
                <a:lnTo>
                  <a:pt x="292681" y="585362"/>
                </a:lnTo>
                <a:cubicBezTo>
                  <a:pt x="131146" y="585362"/>
                  <a:pt x="0" y="454216"/>
                  <a:pt x="0" y="292681"/>
                </a:cubicBezTo>
                <a:lnTo>
                  <a:pt x="0" y="292681"/>
                </a:lnTo>
                <a:cubicBezTo>
                  <a:pt x="0" y="131146"/>
                  <a:pt x="131146" y="0"/>
                  <a:pt x="292681" y="0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32" name="Shape 30"/>
          <p:cNvSpPr/>
          <p:nvPr/>
        </p:nvSpPr>
        <p:spPr>
          <a:xfrm>
            <a:off x="8129525" y="4161560"/>
            <a:ext cx="192072" cy="219511"/>
          </a:xfrm>
          <a:custGeom>
            <a:avLst/>
            <a:gdLst/>
            <a:ahLst/>
            <a:cxnLst/>
            <a:rect l="l" t="t" r="r" b="b"/>
            <a:pathLst>
              <a:path w="192072" h="219511">
                <a:moveTo>
                  <a:pt x="186413" y="30054"/>
                </a:moveTo>
                <a:cubicBezTo>
                  <a:pt x="192544" y="34513"/>
                  <a:pt x="193916" y="43088"/>
                  <a:pt x="189457" y="49218"/>
                </a:cubicBezTo>
                <a:lnTo>
                  <a:pt x="79701" y="200132"/>
                </a:lnTo>
                <a:cubicBezTo>
                  <a:pt x="77343" y="203391"/>
                  <a:pt x="73699" y="205406"/>
                  <a:pt x="69669" y="205749"/>
                </a:cubicBezTo>
                <a:cubicBezTo>
                  <a:pt x="65639" y="206092"/>
                  <a:pt x="61737" y="204591"/>
                  <a:pt x="58908" y="201761"/>
                </a:cubicBezTo>
                <a:lnTo>
                  <a:pt x="4030" y="146884"/>
                </a:lnTo>
                <a:cubicBezTo>
                  <a:pt x="-1329" y="141524"/>
                  <a:pt x="-1329" y="132821"/>
                  <a:pt x="4030" y="127462"/>
                </a:cubicBezTo>
                <a:cubicBezTo>
                  <a:pt x="9389" y="122103"/>
                  <a:pt x="18092" y="122103"/>
                  <a:pt x="23452" y="127462"/>
                </a:cubicBezTo>
                <a:lnTo>
                  <a:pt x="66968" y="170978"/>
                </a:lnTo>
                <a:lnTo>
                  <a:pt x="167291" y="33055"/>
                </a:lnTo>
                <a:cubicBezTo>
                  <a:pt x="171750" y="26924"/>
                  <a:pt x="180325" y="25552"/>
                  <a:pt x="186456" y="3001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8673729" y="4024366"/>
            <a:ext cx="2926812" cy="493899"/>
          </a:xfrm>
          <a:custGeom>
            <a:avLst/>
            <a:gdLst/>
            <a:ahLst/>
            <a:cxnLst/>
            <a:rect l="l" t="t" r="r" b="b"/>
            <a:pathLst>
              <a:path w="2926812" h="493899">
                <a:moveTo>
                  <a:pt x="73171" y="0"/>
                </a:moveTo>
                <a:lnTo>
                  <a:pt x="2853640" y="0"/>
                </a:lnTo>
                <a:cubicBezTo>
                  <a:pt x="2894025" y="0"/>
                  <a:pt x="2926812" y="32787"/>
                  <a:pt x="2926812" y="73171"/>
                </a:cubicBezTo>
                <a:lnTo>
                  <a:pt x="2926812" y="420728"/>
                </a:lnTo>
                <a:cubicBezTo>
                  <a:pt x="2926812" y="461140"/>
                  <a:pt x="2894052" y="493899"/>
                  <a:pt x="2853640" y="493899"/>
                </a:cubicBezTo>
                <a:lnTo>
                  <a:pt x="73171" y="493899"/>
                </a:lnTo>
                <a:cubicBezTo>
                  <a:pt x="32787" y="493899"/>
                  <a:pt x="0" y="461113"/>
                  <a:pt x="0" y="420728"/>
                </a:cubicBezTo>
                <a:lnTo>
                  <a:pt x="0" y="73171"/>
                </a:lnTo>
                <a:cubicBezTo>
                  <a:pt x="0" y="32760"/>
                  <a:pt x="32760" y="0"/>
                  <a:pt x="73171" y="0"/>
                </a:cubicBezTo>
                <a:close/>
              </a:path>
            </a:pathLst>
          </a:custGeom>
          <a:solidFill>
            <a:srgbClr val="22C55E">
              <a:alpha val="10196"/>
            </a:srgbClr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92631" y="4143268"/>
            <a:ext cx="2771325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6" b="1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True → Execute Code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670674" y="4710338"/>
            <a:ext cx="205791" cy="274389"/>
          </a:xfrm>
          <a:custGeom>
            <a:avLst/>
            <a:gdLst/>
            <a:ahLst/>
            <a:cxnLst/>
            <a:rect l="l" t="t" r="r" b="b"/>
            <a:pathLst>
              <a:path w="205791" h="274389">
                <a:moveTo>
                  <a:pt x="90784" y="269351"/>
                </a:moveTo>
                <a:cubicBezTo>
                  <a:pt x="97483" y="276050"/>
                  <a:pt x="108362" y="276050"/>
                  <a:pt x="115061" y="269351"/>
                </a:cubicBezTo>
                <a:lnTo>
                  <a:pt x="200807" y="183605"/>
                </a:lnTo>
                <a:cubicBezTo>
                  <a:pt x="207506" y="176906"/>
                  <a:pt x="207506" y="166027"/>
                  <a:pt x="200807" y="159328"/>
                </a:cubicBezTo>
                <a:cubicBezTo>
                  <a:pt x="194108" y="152629"/>
                  <a:pt x="183229" y="152629"/>
                  <a:pt x="176530" y="159328"/>
                </a:cubicBezTo>
                <a:lnTo>
                  <a:pt x="120045" y="215813"/>
                </a:lnTo>
                <a:lnTo>
                  <a:pt x="120045" y="17149"/>
                </a:lnTo>
                <a:cubicBezTo>
                  <a:pt x="120045" y="7664"/>
                  <a:pt x="112381" y="0"/>
                  <a:pt x="102896" y="0"/>
                </a:cubicBezTo>
                <a:cubicBezTo>
                  <a:pt x="93410" y="0"/>
                  <a:pt x="85746" y="7664"/>
                  <a:pt x="85746" y="17149"/>
                </a:cubicBezTo>
                <a:lnTo>
                  <a:pt x="85746" y="215813"/>
                </a:lnTo>
                <a:lnTo>
                  <a:pt x="29261" y="159328"/>
                </a:lnTo>
                <a:cubicBezTo>
                  <a:pt x="22562" y="152629"/>
                  <a:pt x="11683" y="152629"/>
                  <a:pt x="4984" y="159328"/>
                </a:cubicBezTo>
                <a:cubicBezTo>
                  <a:pt x="-1715" y="166027"/>
                  <a:pt x="-1715" y="176906"/>
                  <a:pt x="4984" y="183605"/>
                </a:cubicBezTo>
                <a:lnTo>
                  <a:pt x="90730" y="269351"/>
                </a:ln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36" name="Shape 34"/>
          <p:cNvSpPr/>
          <p:nvPr/>
        </p:nvSpPr>
        <p:spPr>
          <a:xfrm>
            <a:off x="7932880" y="5131067"/>
            <a:ext cx="585362" cy="585362"/>
          </a:xfrm>
          <a:custGeom>
            <a:avLst/>
            <a:gdLst/>
            <a:ahLst/>
            <a:cxnLst/>
            <a:rect l="l" t="t" r="r" b="b"/>
            <a:pathLst>
              <a:path w="585362" h="585362">
                <a:moveTo>
                  <a:pt x="292681" y="0"/>
                </a:moveTo>
                <a:lnTo>
                  <a:pt x="292681" y="0"/>
                </a:lnTo>
                <a:cubicBezTo>
                  <a:pt x="454216" y="0"/>
                  <a:pt x="585362" y="131146"/>
                  <a:pt x="585362" y="292681"/>
                </a:cubicBezTo>
                <a:lnTo>
                  <a:pt x="585362" y="292681"/>
                </a:lnTo>
                <a:cubicBezTo>
                  <a:pt x="585362" y="454216"/>
                  <a:pt x="454216" y="585362"/>
                  <a:pt x="292681" y="585362"/>
                </a:cubicBezTo>
                <a:lnTo>
                  <a:pt x="292681" y="585362"/>
                </a:lnTo>
                <a:cubicBezTo>
                  <a:pt x="131146" y="585362"/>
                  <a:pt x="0" y="454216"/>
                  <a:pt x="0" y="292681"/>
                </a:cubicBezTo>
                <a:lnTo>
                  <a:pt x="0" y="292681"/>
                </a:lnTo>
                <a:cubicBezTo>
                  <a:pt x="0" y="131146"/>
                  <a:pt x="131146" y="0"/>
                  <a:pt x="292681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37" name="Shape 35"/>
          <p:cNvSpPr/>
          <p:nvPr/>
        </p:nvSpPr>
        <p:spPr>
          <a:xfrm>
            <a:off x="8143244" y="5313992"/>
            <a:ext cx="164633" cy="219511"/>
          </a:xfrm>
          <a:custGeom>
            <a:avLst/>
            <a:gdLst/>
            <a:ahLst/>
            <a:cxnLst/>
            <a:rect l="l" t="t" r="r" b="b"/>
            <a:pathLst>
              <a:path w="164633" h="219511">
                <a:moveTo>
                  <a:pt x="23623" y="31469"/>
                </a:moveTo>
                <a:cubicBezTo>
                  <a:pt x="18264" y="26110"/>
                  <a:pt x="9561" y="26110"/>
                  <a:pt x="4202" y="31469"/>
                </a:cubicBezTo>
                <a:cubicBezTo>
                  <a:pt x="-1158" y="36828"/>
                  <a:pt x="-1158" y="45531"/>
                  <a:pt x="4202" y="50891"/>
                </a:cubicBezTo>
                <a:lnTo>
                  <a:pt x="63109" y="109755"/>
                </a:lnTo>
                <a:lnTo>
                  <a:pt x="4244" y="168663"/>
                </a:lnTo>
                <a:cubicBezTo>
                  <a:pt x="-1115" y="174022"/>
                  <a:pt x="-1115" y="182726"/>
                  <a:pt x="4244" y="188085"/>
                </a:cubicBezTo>
                <a:cubicBezTo>
                  <a:pt x="9604" y="193444"/>
                  <a:pt x="18307" y="193444"/>
                  <a:pt x="23666" y="188085"/>
                </a:cubicBezTo>
                <a:lnTo>
                  <a:pt x="82531" y="129177"/>
                </a:lnTo>
                <a:lnTo>
                  <a:pt x="141439" y="188042"/>
                </a:lnTo>
                <a:cubicBezTo>
                  <a:pt x="146798" y="193401"/>
                  <a:pt x="155501" y="193401"/>
                  <a:pt x="160860" y="188042"/>
                </a:cubicBezTo>
                <a:cubicBezTo>
                  <a:pt x="166219" y="182683"/>
                  <a:pt x="166219" y="173980"/>
                  <a:pt x="160860" y="168620"/>
                </a:cubicBezTo>
                <a:lnTo>
                  <a:pt x="101953" y="109755"/>
                </a:lnTo>
                <a:lnTo>
                  <a:pt x="160817" y="50848"/>
                </a:lnTo>
                <a:cubicBezTo>
                  <a:pt x="166177" y="45488"/>
                  <a:pt x="166177" y="36785"/>
                  <a:pt x="160817" y="31426"/>
                </a:cubicBezTo>
                <a:cubicBezTo>
                  <a:pt x="155458" y="26067"/>
                  <a:pt x="146755" y="26067"/>
                  <a:pt x="141396" y="31426"/>
                </a:cubicBezTo>
                <a:lnTo>
                  <a:pt x="82531" y="90334"/>
                </a:lnTo>
                <a:lnTo>
                  <a:pt x="23623" y="31469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8673729" y="5176798"/>
            <a:ext cx="2926812" cy="493899"/>
          </a:xfrm>
          <a:custGeom>
            <a:avLst/>
            <a:gdLst/>
            <a:ahLst/>
            <a:cxnLst/>
            <a:rect l="l" t="t" r="r" b="b"/>
            <a:pathLst>
              <a:path w="2926812" h="493899">
                <a:moveTo>
                  <a:pt x="73171" y="0"/>
                </a:moveTo>
                <a:lnTo>
                  <a:pt x="2853640" y="0"/>
                </a:lnTo>
                <a:cubicBezTo>
                  <a:pt x="2894025" y="0"/>
                  <a:pt x="2926812" y="32787"/>
                  <a:pt x="2926812" y="73171"/>
                </a:cubicBezTo>
                <a:lnTo>
                  <a:pt x="2926812" y="420728"/>
                </a:lnTo>
                <a:cubicBezTo>
                  <a:pt x="2926812" y="461140"/>
                  <a:pt x="2894052" y="493899"/>
                  <a:pt x="2853640" y="493899"/>
                </a:cubicBezTo>
                <a:lnTo>
                  <a:pt x="73171" y="493899"/>
                </a:lnTo>
                <a:cubicBezTo>
                  <a:pt x="32787" y="493899"/>
                  <a:pt x="0" y="461113"/>
                  <a:pt x="0" y="420728"/>
                </a:cubicBezTo>
                <a:lnTo>
                  <a:pt x="0" y="73171"/>
                </a:lnTo>
                <a:cubicBezTo>
                  <a:pt x="0" y="32760"/>
                  <a:pt x="32760" y="0"/>
                  <a:pt x="73171" y="0"/>
                </a:cubicBezTo>
                <a:close/>
              </a:path>
            </a:pathLst>
          </a:custGeom>
          <a:solidFill>
            <a:srgbClr val="EF4444">
              <a:alpha val="10196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92631" y="5295700"/>
            <a:ext cx="2771325" cy="25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6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False → Skip Code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6677" y="366677"/>
            <a:ext cx="11678653" cy="440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6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The If Statement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66677" y="916692"/>
            <a:ext cx="880024" cy="36668"/>
          </a:xfrm>
          <a:custGeom>
            <a:avLst/>
            <a:gdLst/>
            <a:ahLst/>
            <a:cxnLst/>
            <a:rect l="l" t="t" r="r" b="b"/>
            <a:pathLst>
              <a:path w="880024" h="36668">
                <a:moveTo>
                  <a:pt x="18334" y="0"/>
                </a:moveTo>
                <a:lnTo>
                  <a:pt x="861690" y="0"/>
                </a:lnTo>
                <a:cubicBezTo>
                  <a:pt x="871816" y="0"/>
                  <a:pt x="880024" y="8208"/>
                  <a:pt x="880024" y="18334"/>
                </a:cubicBezTo>
                <a:lnTo>
                  <a:pt x="880024" y="18334"/>
                </a:lnTo>
                <a:cubicBezTo>
                  <a:pt x="880024" y="28459"/>
                  <a:pt x="871816" y="36668"/>
                  <a:pt x="861690" y="36668"/>
                </a:cubicBezTo>
                <a:lnTo>
                  <a:pt x="18334" y="36668"/>
                </a:lnTo>
                <a:cubicBezTo>
                  <a:pt x="8215" y="36668"/>
                  <a:pt x="0" y="28453"/>
                  <a:pt x="0" y="18334"/>
                </a:cubicBezTo>
                <a:lnTo>
                  <a:pt x="0" y="18334"/>
                </a:lnTo>
                <a:cubicBezTo>
                  <a:pt x="0" y="8215"/>
                  <a:pt x="8215" y="0"/>
                  <a:pt x="18334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366677" y="1173365"/>
            <a:ext cx="7040192" cy="2071723"/>
          </a:xfrm>
          <a:custGeom>
            <a:avLst/>
            <a:gdLst/>
            <a:ahLst/>
            <a:cxnLst/>
            <a:rect l="l" t="t" r="r" b="b"/>
            <a:pathLst>
              <a:path w="7040192" h="2071723">
                <a:moveTo>
                  <a:pt x="146678" y="0"/>
                </a:moveTo>
                <a:lnTo>
                  <a:pt x="6893514" y="0"/>
                </a:lnTo>
                <a:cubicBezTo>
                  <a:pt x="6974522" y="0"/>
                  <a:pt x="7040192" y="65670"/>
                  <a:pt x="7040192" y="146678"/>
                </a:cubicBezTo>
                <a:lnTo>
                  <a:pt x="7040192" y="1925045"/>
                </a:lnTo>
                <a:cubicBezTo>
                  <a:pt x="7040192" y="2006053"/>
                  <a:pt x="6974522" y="2071723"/>
                  <a:pt x="6893514" y="2071723"/>
                </a:cubicBezTo>
                <a:lnTo>
                  <a:pt x="146678" y="2071723"/>
                </a:lnTo>
                <a:cubicBezTo>
                  <a:pt x="65724" y="2071723"/>
                  <a:pt x="0" y="2005999"/>
                  <a:pt x="0" y="1925045"/>
                </a:cubicBezTo>
                <a:lnTo>
                  <a:pt x="0" y="146678"/>
                </a:lnTo>
                <a:cubicBezTo>
                  <a:pt x="0" y="65670"/>
                  <a:pt x="65670" y="0"/>
                  <a:pt x="146678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606162" y="1402538"/>
            <a:ext cx="309383" cy="275008"/>
          </a:xfrm>
          <a:custGeom>
            <a:avLst/>
            <a:gdLst/>
            <a:ahLst/>
            <a:cxnLst/>
            <a:rect l="l" t="t" r="r" b="b"/>
            <a:pathLst>
              <a:path w="309383" h="275008">
                <a:moveTo>
                  <a:pt x="193794" y="645"/>
                </a:moveTo>
                <a:cubicBezTo>
                  <a:pt x="184663" y="-1987"/>
                  <a:pt x="175156" y="3330"/>
                  <a:pt x="172524" y="12461"/>
                </a:cubicBezTo>
                <a:lnTo>
                  <a:pt x="103772" y="253093"/>
                </a:lnTo>
                <a:cubicBezTo>
                  <a:pt x="101140" y="262224"/>
                  <a:pt x="106458" y="271731"/>
                  <a:pt x="115589" y="274363"/>
                </a:cubicBezTo>
                <a:cubicBezTo>
                  <a:pt x="124720" y="276995"/>
                  <a:pt x="134227" y="271677"/>
                  <a:pt x="136859" y="262546"/>
                </a:cubicBezTo>
                <a:lnTo>
                  <a:pt x="205611" y="21915"/>
                </a:lnTo>
                <a:cubicBezTo>
                  <a:pt x="208243" y="12784"/>
                  <a:pt x="202925" y="3276"/>
                  <a:pt x="193794" y="645"/>
                </a:cubicBezTo>
                <a:close/>
                <a:moveTo>
                  <a:pt x="228493" y="73747"/>
                </a:moveTo>
                <a:cubicBezTo>
                  <a:pt x="221779" y="80461"/>
                  <a:pt x="221779" y="91365"/>
                  <a:pt x="228493" y="98079"/>
                </a:cubicBezTo>
                <a:lnTo>
                  <a:pt x="267917" y="137504"/>
                </a:lnTo>
                <a:lnTo>
                  <a:pt x="228493" y="176929"/>
                </a:lnTo>
                <a:cubicBezTo>
                  <a:pt x="221779" y="183643"/>
                  <a:pt x="221779" y="194546"/>
                  <a:pt x="228493" y="201260"/>
                </a:cubicBezTo>
                <a:cubicBezTo>
                  <a:pt x="235207" y="207974"/>
                  <a:pt x="246110" y="207974"/>
                  <a:pt x="252824" y="201260"/>
                </a:cubicBezTo>
                <a:lnTo>
                  <a:pt x="304388" y="149696"/>
                </a:lnTo>
                <a:cubicBezTo>
                  <a:pt x="311102" y="142982"/>
                  <a:pt x="311102" y="132079"/>
                  <a:pt x="304388" y="125365"/>
                </a:cubicBezTo>
                <a:lnTo>
                  <a:pt x="252824" y="73801"/>
                </a:lnTo>
                <a:cubicBezTo>
                  <a:pt x="246110" y="67087"/>
                  <a:pt x="235207" y="67087"/>
                  <a:pt x="228493" y="73801"/>
                </a:cubicBezTo>
                <a:close/>
                <a:moveTo>
                  <a:pt x="80945" y="73747"/>
                </a:moveTo>
                <a:cubicBezTo>
                  <a:pt x="74231" y="67033"/>
                  <a:pt x="63327" y="67033"/>
                  <a:pt x="56613" y="73747"/>
                </a:cubicBezTo>
                <a:lnTo>
                  <a:pt x="5049" y="125311"/>
                </a:lnTo>
                <a:cubicBezTo>
                  <a:pt x="-1665" y="132025"/>
                  <a:pt x="-1665" y="142929"/>
                  <a:pt x="5049" y="149643"/>
                </a:cubicBezTo>
                <a:lnTo>
                  <a:pt x="56613" y="201207"/>
                </a:lnTo>
                <a:cubicBezTo>
                  <a:pt x="63327" y="207921"/>
                  <a:pt x="74231" y="207921"/>
                  <a:pt x="80945" y="201207"/>
                </a:cubicBezTo>
                <a:cubicBezTo>
                  <a:pt x="87659" y="194493"/>
                  <a:pt x="87659" y="183589"/>
                  <a:pt x="80945" y="176875"/>
                </a:cubicBezTo>
                <a:lnTo>
                  <a:pt x="41520" y="137504"/>
                </a:lnTo>
                <a:lnTo>
                  <a:pt x="80891" y="98079"/>
                </a:lnTo>
                <a:cubicBezTo>
                  <a:pt x="87605" y="91365"/>
                  <a:pt x="87605" y="80461"/>
                  <a:pt x="80891" y="73747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1040445" y="1393371"/>
            <a:ext cx="779188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2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Syntax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86683" y="1833383"/>
            <a:ext cx="6600180" cy="1191699"/>
          </a:xfrm>
          <a:custGeom>
            <a:avLst/>
            <a:gdLst/>
            <a:ahLst/>
            <a:cxnLst/>
            <a:rect l="l" t="t" r="r" b="b"/>
            <a:pathLst>
              <a:path w="6600180" h="1191699">
                <a:moveTo>
                  <a:pt x="73337" y="0"/>
                </a:moveTo>
                <a:lnTo>
                  <a:pt x="6526843" y="0"/>
                </a:lnTo>
                <a:cubicBezTo>
                  <a:pt x="6567346" y="0"/>
                  <a:pt x="6600180" y="32834"/>
                  <a:pt x="6600180" y="73337"/>
                </a:cubicBezTo>
                <a:lnTo>
                  <a:pt x="6600180" y="1118362"/>
                </a:lnTo>
                <a:cubicBezTo>
                  <a:pt x="6600180" y="1158865"/>
                  <a:pt x="6567346" y="1191699"/>
                  <a:pt x="6526843" y="1191699"/>
                </a:cubicBezTo>
                <a:lnTo>
                  <a:pt x="73337" y="1191699"/>
                </a:lnTo>
                <a:cubicBezTo>
                  <a:pt x="32834" y="1191699"/>
                  <a:pt x="0" y="1158865"/>
                  <a:pt x="0" y="1118362"/>
                </a:cubicBezTo>
                <a:lnTo>
                  <a:pt x="0" y="73337"/>
                </a:lnTo>
                <a:cubicBezTo>
                  <a:pt x="0" y="32834"/>
                  <a:pt x="32834" y="0"/>
                  <a:pt x="73337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586683" y="1833383"/>
            <a:ext cx="6691850" cy="1191699"/>
          </a:xfrm>
          <a:prstGeom prst="rect">
            <a:avLst/>
          </a:prstGeom>
          <a:noFill/>
          <a:ln/>
        </p:spPr>
        <p:txBody>
          <a:bodyPr wrap="square" lIns="146671" tIns="146671" rIns="146671" bIns="146671" rtlCol="0" anchor="ctr"/>
          <a:lstStyle/>
          <a:p>
            <a:pPr>
              <a:lnSpc>
                <a:spcPct val="140000"/>
              </a:lnSpc>
            </a:pPr>
            <a:r>
              <a:rPr lang="en-US" sz="1444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r>
              <a:rPr lang="en-US" sz="1444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</a:t>
            </a:r>
            <a:r>
              <a:rPr lang="en-US" sz="1444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condition</a:t>
            </a:r>
            <a:r>
              <a:rPr lang="en-US" sz="1444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44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code runs if true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444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6677" y="3460511"/>
            <a:ext cx="7040192" cy="3135086"/>
          </a:xfrm>
          <a:custGeom>
            <a:avLst/>
            <a:gdLst/>
            <a:ahLst/>
            <a:cxnLst/>
            <a:rect l="l" t="t" r="r" b="b"/>
            <a:pathLst>
              <a:path w="7040192" h="3135086">
                <a:moveTo>
                  <a:pt x="146659" y="0"/>
                </a:moveTo>
                <a:lnTo>
                  <a:pt x="6893533" y="0"/>
                </a:lnTo>
                <a:cubicBezTo>
                  <a:pt x="6974531" y="0"/>
                  <a:pt x="7040192" y="65662"/>
                  <a:pt x="7040192" y="146659"/>
                </a:cubicBezTo>
                <a:lnTo>
                  <a:pt x="7040192" y="2988426"/>
                </a:lnTo>
                <a:cubicBezTo>
                  <a:pt x="7040192" y="3069424"/>
                  <a:pt x="6974531" y="3135086"/>
                  <a:pt x="6893533" y="3135086"/>
                </a:cubicBezTo>
                <a:lnTo>
                  <a:pt x="146659" y="3135086"/>
                </a:lnTo>
                <a:cubicBezTo>
                  <a:pt x="65662" y="3135086"/>
                  <a:pt x="0" y="3069424"/>
                  <a:pt x="0" y="2988426"/>
                </a:cubicBezTo>
                <a:lnTo>
                  <a:pt x="0" y="146659"/>
                </a:lnTo>
                <a:cubicBezTo>
                  <a:pt x="0" y="65716"/>
                  <a:pt x="65716" y="0"/>
                  <a:pt x="146659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0" name="Shape 8"/>
          <p:cNvSpPr/>
          <p:nvPr/>
        </p:nvSpPr>
        <p:spPr>
          <a:xfrm>
            <a:off x="623350" y="3689684"/>
            <a:ext cx="275008" cy="275008"/>
          </a:xfrm>
          <a:custGeom>
            <a:avLst/>
            <a:gdLst/>
            <a:ahLst/>
            <a:cxnLst/>
            <a:rect l="l" t="t" r="r" b="b"/>
            <a:pathLst>
              <a:path w="275008" h="275008">
                <a:moveTo>
                  <a:pt x="0" y="137504"/>
                </a:moveTo>
                <a:cubicBezTo>
                  <a:pt x="0" y="61613"/>
                  <a:pt x="61613" y="0"/>
                  <a:pt x="137504" y="0"/>
                </a:cubicBezTo>
                <a:cubicBezTo>
                  <a:pt x="213394" y="0"/>
                  <a:pt x="275008" y="61613"/>
                  <a:pt x="275008" y="137504"/>
                </a:cubicBezTo>
                <a:cubicBezTo>
                  <a:pt x="275008" y="213394"/>
                  <a:pt x="213394" y="275008"/>
                  <a:pt x="137504" y="275008"/>
                </a:cubicBezTo>
                <a:cubicBezTo>
                  <a:pt x="61613" y="275008"/>
                  <a:pt x="0" y="213394"/>
                  <a:pt x="0" y="137504"/>
                </a:cubicBezTo>
                <a:close/>
                <a:moveTo>
                  <a:pt x="101140" y="79011"/>
                </a:moveTo>
                <a:cubicBezTo>
                  <a:pt x="97058" y="81267"/>
                  <a:pt x="94534" y="85618"/>
                  <a:pt x="94534" y="90237"/>
                </a:cubicBezTo>
                <a:lnTo>
                  <a:pt x="94534" y="184771"/>
                </a:lnTo>
                <a:cubicBezTo>
                  <a:pt x="94534" y="189444"/>
                  <a:pt x="97058" y="193741"/>
                  <a:pt x="101140" y="195997"/>
                </a:cubicBezTo>
                <a:cubicBezTo>
                  <a:pt x="105223" y="198252"/>
                  <a:pt x="110164" y="198199"/>
                  <a:pt x="114193" y="195728"/>
                </a:cubicBezTo>
                <a:lnTo>
                  <a:pt x="191538" y="148461"/>
                </a:lnTo>
                <a:cubicBezTo>
                  <a:pt x="195352" y="146098"/>
                  <a:pt x="197715" y="141962"/>
                  <a:pt x="197715" y="137450"/>
                </a:cubicBezTo>
                <a:cubicBezTo>
                  <a:pt x="197715" y="132938"/>
                  <a:pt x="195352" y="128802"/>
                  <a:pt x="191538" y="126439"/>
                </a:cubicBezTo>
                <a:lnTo>
                  <a:pt x="114193" y="79172"/>
                </a:lnTo>
                <a:cubicBezTo>
                  <a:pt x="110218" y="76755"/>
                  <a:pt x="105223" y="76648"/>
                  <a:pt x="101140" y="78904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040445" y="3680517"/>
            <a:ext cx="935026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Example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6683" y="4120529"/>
            <a:ext cx="6600180" cy="1631711"/>
          </a:xfrm>
          <a:custGeom>
            <a:avLst/>
            <a:gdLst/>
            <a:ahLst/>
            <a:cxnLst/>
            <a:rect l="l" t="t" r="r" b="b"/>
            <a:pathLst>
              <a:path w="6600180" h="1631711">
                <a:moveTo>
                  <a:pt x="73329" y="0"/>
                </a:moveTo>
                <a:lnTo>
                  <a:pt x="6526851" y="0"/>
                </a:lnTo>
                <a:cubicBezTo>
                  <a:pt x="6567350" y="0"/>
                  <a:pt x="6600180" y="32831"/>
                  <a:pt x="6600180" y="73329"/>
                </a:cubicBezTo>
                <a:lnTo>
                  <a:pt x="6600180" y="1558382"/>
                </a:lnTo>
                <a:cubicBezTo>
                  <a:pt x="6600180" y="1598881"/>
                  <a:pt x="6567350" y="1631711"/>
                  <a:pt x="6526851" y="1631711"/>
                </a:cubicBezTo>
                <a:lnTo>
                  <a:pt x="73329" y="1631711"/>
                </a:lnTo>
                <a:cubicBezTo>
                  <a:pt x="32831" y="1631711"/>
                  <a:pt x="0" y="1598881"/>
                  <a:pt x="0" y="1558382"/>
                </a:cubicBezTo>
                <a:lnTo>
                  <a:pt x="0" y="73329"/>
                </a:lnTo>
                <a:cubicBezTo>
                  <a:pt x="0" y="32831"/>
                  <a:pt x="32831" y="0"/>
                  <a:pt x="73329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586683" y="4120529"/>
            <a:ext cx="6682683" cy="1631711"/>
          </a:xfrm>
          <a:prstGeom prst="rect">
            <a:avLst/>
          </a:prstGeom>
          <a:noFill/>
          <a:ln/>
        </p:spPr>
        <p:txBody>
          <a:bodyPr wrap="square" lIns="146671" tIns="146671" rIns="146671" bIns="146671" rtlCol="0" anchor="ctr"/>
          <a:lstStyle/>
          <a:p>
            <a:pPr>
              <a:lnSpc>
                <a:spcPct val="140000"/>
              </a:lnSpc>
            </a:pPr>
            <a:r>
              <a:rPr lang="en-US" sz="1299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$age</a:t>
            </a:r>
            <a:r>
              <a:rPr lang="en-US" sz="1299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=</a:t>
            </a:r>
            <a:r>
              <a:rPr lang="en-US" sz="1299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</a:t>
            </a:r>
            <a:r>
              <a:rPr lang="en-US" sz="1299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99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r>
              <a:rPr lang="en-US" sz="1299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</a:t>
            </a:r>
            <a:r>
              <a:rPr lang="en-US" sz="1299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$age</a:t>
            </a:r>
            <a:r>
              <a:rPr lang="en-US" sz="1299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&gt;=</a:t>
            </a:r>
            <a:r>
              <a:rPr lang="en-US" sz="1299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</a:t>
            </a:r>
            <a:r>
              <a:rPr lang="en-US" sz="1299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99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echo</a:t>
            </a:r>
            <a:r>
              <a:rPr lang="en-US" sz="1299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"You can vote!"</a:t>
            </a:r>
            <a:r>
              <a:rPr lang="en-US" sz="1299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99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5017" y="5901203"/>
            <a:ext cx="6581847" cy="476680"/>
          </a:xfrm>
          <a:custGeom>
            <a:avLst/>
            <a:gdLst/>
            <a:ahLst/>
            <a:cxnLst/>
            <a:rect l="l" t="t" r="r" b="b"/>
            <a:pathLst>
              <a:path w="6581847" h="476680">
                <a:moveTo>
                  <a:pt x="36668" y="0"/>
                </a:moveTo>
                <a:lnTo>
                  <a:pt x="6508509" y="0"/>
                </a:lnTo>
                <a:cubicBezTo>
                  <a:pt x="6549012" y="0"/>
                  <a:pt x="6581847" y="32834"/>
                  <a:pt x="6581847" y="73337"/>
                </a:cubicBezTo>
                <a:lnTo>
                  <a:pt x="6581847" y="403343"/>
                </a:lnTo>
                <a:cubicBezTo>
                  <a:pt x="6581847" y="443846"/>
                  <a:pt x="6549012" y="476680"/>
                  <a:pt x="6508509" y="476680"/>
                </a:cubicBezTo>
                <a:lnTo>
                  <a:pt x="36668" y="476680"/>
                </a:lnTo>
                <a:cubicBezTo>
                  <a:pt x="16430" y="476680"/>
                  <a:pt x="0" y="460249"/>
                  <a:pt x="0" y="440012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22C55E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605017" y="5901203"/>
            <a:ext cx="36668" cy="476680"/>
          </a:xfrm>
          <a:custGeom>
            <a:avLst/>
            <a:gdLst/>
            <a:ahLst/>
            <a:cxnLst/>
            <a:rect l="l" t="t" r="r" b="b"/>
            <a:pathLst>
              <a:path w="36668" h="476680">
                <a:moveTo>
                  <a:pt x="36668" y="0"/>
                </a:moveTo>
                <a:lnTo>
                  <a:pt x="36668" y="0"/>
                </a:lnTo>
                <a:lnTo>
                  <a:pt x="36668" y="476680"/>
                </a:lnTo>
                <a:lnTo>
                  <a:pt x="36668" y="476680"/>
                </a:lnTo>
                <a:cubicBezTo>
                  <a:pt x="16430" y="476680"/>
                  <a:pt x="0" y="460249"/>
                  <a:pt x="0" y="440012"/>
                </a:cubicBezTo>
                <a:lnTo>
                  <a:pt x="0" y="36668"/>
                </a:lnTo>
                <a:cubicBezTo>
                  <a:pt x="0" y="16430"/>
                  <a:pt x="16430" y="0"/>
                  <a:pt x="36668" y="0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733353" y="6011206"/>
            <a:ext cx="6426009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9" b="1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✅ Output: You can vote!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98110" y="1173365"/>
            <a:ext cx="4125113" cy="5683489"/>
          </a:xfrm>
          <a:custGeom>
            <a:avLst/>
            <a:gdLst/>
            <a:ahLst/>
            <a:cxnLst/>
            <a:rect l="l" t="t" r="r" b="b"/>
            <a:pathLst>
              <a:path w="4125113" h="5683489">
                <a:moveTo>
                  <a:pt x="146689" y="0"/>
                </a:moveTo>
                <a:lnTo>
                  <a:pt x="3978424" y="0"/>
                </a:lnTo>
                <a:cubicBezTo>
                  <a:pt x="4059438" y="0"/>
                  <a:pt x="4125113" y="65675"/>
                  <a:pt x="4125113" y="146689"/>
                </a:cubicBezTo>
                <a:lnTo>
                  <a:pt x="4125113" y="5536800"/>
                </a:lnTo>
                <a:cubicBezTo>
                  <a:pt x="4125113" y="5617814"/>
                  <a:pt x="4059438" y="5683489"/>
                  <a:pt x="3978424" y="5683489"/>
                </a:cubicBezTo>
                <a:lnTo>
                  <a:pt x="146689" y="5683489"/>
                </a:lnTo>
                <a:cubicBezTo>
                  <a:pt x="65675" y="5683489"/>
                  <a:pt x="0" y="5617814"/>
                  <a:pt x="0" y="5536800"/>
                </a:cubicBezTo>
                <a:lnTo>
                  <a:pt x="0" y="146689"/>
                </a:lnTo>
                <a:cubicBezTo>
                  <a:pt x="0" y="65729"/>
                  <a:pt x="65729" y="0"/>
                  <a:pt x="146689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8" name="Text 16"/>
          <p:cNvSpPr/>
          <p:nvPr/>
        </p:nvSpPr>
        <p:spPr>
          <a:xfrm>
            <a:off x="9083556" y="1393371"/>
            <a:ext cx="1466707" cy="2933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How If Works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918116" y="1906719"/>
            <a:ext cx="3685101" cy="1283368"/>
          </a:xfrm>
          <a:custGeom>
            <a:avLst/>
            <a:gdLst/>
            <a:ahLst/>
            <a:cxnLst/>
            <a:rect l="l" t="t" r="r" b="b"/>
            <a:pathLst>
              <a:path w="3685101" h="1283368">
                <a:moveTo>
                  <a:pt x="109998" y="0"/>
                </a:moveTo>
                <a:lnTo>
                  <a:pt x="3575103" y="0"/>
                </a:lnTo>
                <a:cubicBezTo>
                  <a:pt x="3635853" y="0"/>
                  <a:pt x="3685101" y="49248"/>
                  <a:pt x="3685101" y="109998"/>
                </a:cubicBezTo>
                <a:lnTo>
                  <a:pt x="3685101" y="1173371"/>
                </a:lnTo>
                <a:cubicBezTo>
                  <a:pt x="3685101" y="1234121"/>
                  <a:pt x="3635853" y="1283368"/>
                  <a:pt x="3575103" y="1283368"/>
                </a:cubicBezTo>
                <a:lnTo>
                  <a:pt x="109998" y="1283368"/>
                </a:lnTo>
                <a:cubicBezTo>
                  <a:pt x="49248" y="1283368"/>
                  <a:pt x="0" y="1234121"/>
                  <a:pt x="0" y="1173371"/>
                </a:cubicBezTo>
                <a:lnTo>
                  <a:pt x="0" y="109998"/>
                </a:lnTo>
                <a:cubicBezTo>
                  <a:pt x="0" y="49288"/>
                  <a:pt x="49288" y="0"/>
                  <a:pt x="109998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7504" dist="9166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64787" y="2053389"/>
            <a:ext cx="366677" cy="366677"/>
          </a:xfrm>
          <a:custGeom>
            <a:avLst/>
            <a:gdLst/>
            <a:ahLst/>
            <a:cxnLst/>
            <a:rect l="l" t="t" r="r" b="b"/>
            <a:pathLst>
              <a:path w="366677" h="366677">
                <a:moveTo>
                  <a:pt x="183338" y="0"/>
                </a:moveTo>
                <a:lnTo>
                  <a:pt x="183338" y="0"/>
                </a:lnTo>
                <a:cubicBezTo>
                  <a:pt x="284526" y="0"/>
                  <a:pt x="366677" y="82151"/>
                  <a:pt x="366677" y="183338"/>
                </a:cubicBezTo>
                <a:lnTo>
                  <a:pt x="366677" y="183338"/>
                </a:lnTo>
                <a:cubicBezTo>
                  <a:pt x="366677" y="284526"/>
                  <a:pt x="284526" y="366677"/>
                  <a:pt x="183338" y="366677"/>
                </a:cubicBezTo>
                <a:lnTo>
                  <a:pt x="183338" y="366677"/>
                </a:lnTo>
                <a:cubicBezTo>
                  <a:pt x="82151" y="366677"/>
                  <a:pt x="0" y="284526"/>
                  <a:pt x="0" y="183338"/>
                </a:cubicBezTo>
                <a:lnTo>
                  <a:pt x="0" y="183338"/>
                </a:lnTo>
                <a:cubicBezTo>
                  <a:pt x="0" y="82151"/>
                  <a:pt x="82151" y="0"/>
                  <a:pt x="183338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8221961" y="2108391"/>
            <a:ext cx="137504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41467" y="2108391"/>
            <a:ext cx="1503374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9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 the condition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064787" y="2530069"/>
            <a:ext cx="3391759" cy="513347"/>
          </a:xfrm>
          <a:custGeom>
            <a:avLst/>
            <a:gdLst/>
            <a:ahLst/>
            <a:cxnLst/>
            <a:rect l="l" t="t" r="r" b="b"/>
            <a:pathLst>
              <a:path w="3391759" h="513347">
                <a:moveTo>
                  <a:pt x="73337" y="0"/>
                </a:moveTo>
                <a:lnTo>
                  <a:pt x="3318423" y="0"/>
                </a:lnTo>
                <a:cubicBezTo>
                  <a:pt x="3358925" y="0"/>
                  <a:pt x="3391759" y="32834"/>
                  <a:pt x="3391759" y="73337"/>
                </a:cubicBezTo>
                <a:lnTo>
                  <a:pt x="3391759" y="440011"/>
                </a:lnTo>
                <a:cubicBezTo>
                  <a:pt x="3391759" y="480513"/>
                  <a:pt x="3358925" y="513347"/>
                  <a:pt x="3318423" y="513347"/>
                </a:cubicBezTo>
                <a:lnTo>
                  <a:pt x="73337" y="513347"/>
                </a:lnTo>
                <a:cubicBezTo>
                  <a:pt x="32861" y="513347"/>
                  <a:pt x="0" y="480486"/>
                  <a:pt x="0" y="440011"/>
                </a:cubicBezTo>
                <a:lnTo>
                  <a:pt x="0" y="73337"/>
                </a:lnTo>
                <a:cubicBezTo>
                  <a:pt x="0" y="32861"/>
                  <a:pt x="32861" y="0"/>
                  <a:pt x="73337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8211458" y="2676740"/>
            <a:ext cx="402485" cy="213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$age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70017" y="2676740"/>
            <a:ext cx="235857" cy="213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&gt;=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761950" y="2676740"/>
            <a:ext cx="222107" cy="213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659830" y="3336758"/>
            <a:ext cx="206256" cy="275008"/>
          </a:xfrm>
          <a:custGeom>
            <a:avLst/>
            <a:gdLst/>
            <a:ahLst/>
            <a:cxnLst/>
            <a:rect l="l" t="t" r="r" b="b"/>
            <a:pathLst>
              <a:path w="206256" h="275008">
                <a:moveTo>
                  <a:pt x="90989" y="269959"/>
                </a:moveTo>
                <a:cubicBezTo>
                  <a:pt x="97703" y="276673"/>
                  <a:pt x="108606" y="276673"/>
                  <a:pt x="115321" y="269959"/>
                </a:cubicBezTo>
                <a:lnTo>
                  <a:pt x="201260" y="184019"/>
                </a:lnTo>
                <a:cubicBezTo>
                  <a:pt x="207974" y="177305"/>
                  <a:pt x="207974" y="166401"/>
                  <a:pt x="201260" y="159687"/>
                </a:cubicBezTo>
                <a:cubicBezTo>
                  <a:pt x="194546" y="152973"/>
                  <a:pt x="183643" y="152973"/>
                  <a:pt x="176929" y="159687"/>
                </a:cubicBezTo>
                <a:lnTo>
                  <a:pt x="120316" y="216300"/>
                </a:lnTo>
                <a:lnTo>
                  <a:pt x="120316" y="17188"/>
                </a:lnTo>
                <a:cubicBezTo>
                  <a:pt x="120316" y="7681"/>
                  <a:pt x="112635" y="0"/>
                  <a:pt x="103128" y="0"/>
                </a:cubicBezTo>
                <a:cubicBezTo>
                  <a:pt x="93621" y="0"/>
                  <a:pt x="85940" y="7681"/>
                  <a:pt x="85940" y="17188"/>
                </a:cubicBezTo>
                <a:lnTo>
                  <a:pt x="85940" y="216300"/>
                </a:lnTo>
                <a:lnTo>
                  <a:pt x="29327" y="159687"/>
                </a:lnTo>
                <a:cubicBezTo>
                  <a:pt x="22613" y="152973"/>
                  <a:pt x="11709" y="152973"/>
                  <a:pt x="4995" y="159687"/>
                </a:cubicBezTo>
                <a:cubicBezTo>
                  <a:pt x="-1719" y="166401"/>
                  <a:pt x="-1719" y="177305"/>
                  <a:pt x="4995" y="184019"/>
                </a:cubicBezTo>
                <a:lnTo>
                  <a:pt x="90935" y="269959"/>
                </a:ln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28" name="Shape 26"/>
          <p:cNvSpPr/>
          <p:nvPr/>
        </p:nvSpPr>
        <p:spPr>
          <a:xfrm>
            <a:off x="7918116" y="3758436"/>
            <a:ext cx="3685101" cy="990027"/>
          </a:xfrm>
          <a:custGeom>
            <a:avLst/>
            <a:gdLst/>
            <a:ahLst/>
            <a:cxnLst/>
            <a:rect l="l" t="t" r="r" b="b"/>
            <a:pathLst>
              <a:path w="3685101" h="990027">
                <a:moveTo>
                  <a:pt x="110002" y="0"/>
                </a:moveTo>
                <a:lnTo>
                  <a:pt x="3575099" y="0"/>
                </a:lnTo>
                <a:cubicBezTo>
                  <a:pt x="3635851" y="0"/>
                  <a:pt x="3685101" y="49250"/>
                  <a:pt x="3685101" y="110002"/>
                </a:cubicBezTo>
                <a:lnTo>
                  <a:pt x="3685101" y="880025"/>
                </a:lnTo>
                <a:cubicBezTo>
                  <a:pt x="3685101" y="940778"/>
                  <a:pt x="3635851" y="990027"/>
                  <a:pt x="3575099" y="990027"/>
                </a:cubicBezTo>
                <a:lnTo>
                  <a:pt x="110002" y="990027"/>
                </a:lnTo>
                <a:cubicBezTo>
                  <a:pt x="49250" y="990027"/>
                  <a:pt x="0" y="940778"/>
                  <a:pt x="0" y="880025"/>
                </a:cubicBezTo>
                <a:lnTo>
                  <a:pt x="0" y="110002"/>
                </a:lnTo>
                <a:cubicBezTo>
                  <a:pt x="0" y="49250"/>
                  <a:pt x="49250" y="0"/>
                  <a:pt x="1100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37504" dist="91669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064787" y="3905107"/>
            <a:ext cx="366677" cy="366677"/>
          </a:xfrm>
          <a:custGeom>
            <a:avLst/>
            <a:gdLst/>
            <a:ahLst/>
            <a:cxnLst/>
            <a:rect l="l" t="t" r="r" b="b"/>
            <a:pathLst>
              <a:path w="366677" h="366677">
                <a:moveTo>
                  <a:pt x="183338" y="0"/>
                </a:moveTo>
                <a:lnTo>
                  <a:pt x="183338" y="0"/>
                </a:lnTo>
                <a:cubicBezTo>
                  <a:pt x="284526" y="0"/>
                  <a:pt x="366677" y="82151"/>
                  <a:pt x="366677" y="183338"/>
                </a:cubicBezTo>
                <a:lnTo>
                  <a:pt x="366677" y="183338"/>
                </a:lnTo>
                <a:cubicBezTo>
                  <a:pt x="366677" y="284526"/>
                  <a:pt x="284526" y="366677"/>
                  <a:pt x="183338" y="366677"/>
                </a:cubicBezTo>
                <a:lnTo>
                  <a:pt x="183338" y="366677"/>
                </a:lnTo>
                <a:cubicBezTo>
                  <a:pt x="82151" y="366677"/>
                  <a:pt x="0" y="284526"/>
                  <a:pt x="0" y="183338"/>
                </a:cubicBezTo>
                <a:lnTo>
                  <a:pt x="0" y="183338"/>
                </a:lnTo>
                <a:cubicBezTo>
                  <a:pt x="0" y="82151"/>
                  <a:pt x="82151" y="0"/>
                  <a:pt x="183338" y="0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30" name="Text 28"/>
          <p:cNvSpPr/>
          <p:nvPr/>
        </p:nvSpPr>
        <p:spPr>
          <a:xfrm>
            <a:off x="8206110" y="3960108"/>
            <a:ext cx="165005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541467" y="3960108"/>
            <a:ext cx="825023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9" b="1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 it TRUE?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064787" y="4381786"/>
            <a:ext cx="3465095" cy="220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 &gt;= 18 → </a:t>
            </a:r>
            <a:r>
              <a:rPr lang="en-US" sz="1155" b="1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YES!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659830" y="4895134"/>
            <a:ext cx="206256" cy="275008"/>
          </a:xfrm>
          <a:custGeom>
            <a:avLst/>
            <a:gdLst/>
            <a:ahLst/>
            <a:cxnLst/>
            <a:rect l="l" t="t" r="r" b="b"/>
            <a:pathLst>
              <a:path w="206256" h="275008">
                <a:moveTo>
                  <a:pt x="90989" y="269959"/>
                </a:moveTo>
                <a:cubicBezTo>
                  <a:pt x="97703" y="276673"/>
                  <a:pt x="108606" y="276673"/>
                  <a:pt x="115321" y="269959"/>
                </a:cubicBezTo>
                <a:lnTo>
                  <a:pt x="201260" y="184019"/>
                </a:lnTo>
                <a:cubicBezTo>
                  <a:pt x="207974" y="177305"/>
                  <a:pt x="207974" y="166401"/>
                  <a:pt x="201260" y="159687"/>
                </a:cubicBezTo>
                <a:cubicBezTo>
                  <a:pt x="194546" y="152973"/>
                  <a:pt x="183643" y="152973"/>
                  <a:pt x="176929" y="159687"/>
                </a:cubicBezTo>
                <a:lnTo>
                  <a:pt x="120316" y="216300"/>
                </a:lnTo>
                <a:lnTo>
                  <a:pt x="120316" y="17188"/>
                </a:lnTo>
                <a:cubicBezTo>
                  <a:pt x="120316" y="7681"/>
                  <a:pt x="112635" y="0"/>
                  <a:pt x="103128" y="0"/>
                </a:cubicBezTo>
                <a:cubicBezTo>
                  <a:pt x="93621" y="0"/>
                  <a:pt x="85940" y="7681"/>
                  <a:pt x="85940" y="17188"/>
                </a:cubicBezTo>
                <a:lnTo>
                  <a:pt x="85940" y="216300"/>
                </a:lnTo>
                <a:lnTo>
                  <a:pt x="29327" y="159687"/>
                </a:lnTo>
                <a:cubicBezTo>
                  <a:pt x="22613" y="152973"/>
                  <a:pt x="11709" y="152973"/>
                  <a:pt x="4995" y="159687"/>
                </a:cubicBezTo>
                <a:cubicBezTo>
                  <a:pt x="-1719" y="166401"/>
                  <a:pt x="-1719" y="177305"/>
                  <a:pt x="4995" y="184019"/>
                </a:cubicBezTo>
                <a:lnTo>
                  <a:pt x="90935" y="269959"/>
                </a:ln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34" name="Shape 32"/>
          <p:cNvSpPr/>
          <p:nvPr/>
        </p:nvSpPr>
        <p:spPr>
          <a:xfrm>
            <a:off x="7927283" y="5325979"/>
            <a:ext cx="3666767" cy="1301702"/>
          </a:xfrm>
          <a:custGeom>
            <a:avLst/>
            <a:gdLst/>
            <a:ahLst/>
            <a:cxnLst/>
            <a:rect l="l" t="t" r="r" b="b"/>
            <a:pathLst>
              <a:path w="3666767" h="1301702">
                <a:moveTo>
                  <a:pt x="110007" y="0"/>
                </a:moveTo>
                <a:lnTo>
                  <a:pt x="3556760" y="0"/>
                </a:lnTo>
                <a:cubicBezTo>
                  <a:pt x="3617515" y="0"/>
                  <a:pt x="3666767" y="49252"/>
                  <a:pt x="3666767" y="110007"/>
                </a:cubicBezTo>
                <a:lnTo>
                  <a:pt x="3666767" y="1191695"/>
                </a:lnTo>
                <a:cubicBezTo>
                  <a:pt x="3666767" y="1252451"/>
                  <a:pt x="3617515" y="1301702"/>
                  <a:pt x="3556760" y="1301702"/>
                </a:cubicBezTo>
                <a:lnTo>
                  <a:pt x="110007" y="1301702"/>
                </a:lnTo>
                <a:cubicBezTo>
                  <a:pt x="49252" y="1301702"/>
                  <a:pt x="0" y="1252451"/>
                  <a:pt x="0" y="1191695"/>
                </a:cubicBezTo>
                <a:lnTo>
                  <a:pt x="0" y="110007"/>
                </a:lnTo>
                <a:cubicBezTo>
                  <a:pt x="0" y="49252"/>
                  <a:pt x="49252" y="0"/>
                  <a:pt x="110007" y="0"/>
                </a:cubicBezTo>
                <a:close/>
              </a:path>
            </a:pathLst>
          </a:custGeom>
          <a:solidFill>
            <a:srgbClr val="22C55E">
              <a:alpha val="10196"/>
            </a:srgbClr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83121" y="5481817"/>
            <a:ext cx="366677" cy="366677"/>
          </a:xfrm>
          <a:custGeom>
            <a:avLst/>
            <a:gdLst/>
            <a:ahLst/>
            <a:cxnLst/>
            <a:rect l="l" t="t" r="r" b="b"/>
            <a:pathLst>
              <a:path w="366677" h="366677">
                <a:moveTo>
                  <a:pt x="183338" y="0"/>
                </a:moveTo>
                <a:lnTo>
                  <a:pt x="183338" y="0"/>
                </a:lnTo>
                <a:cubicBezTo>
                  <a:pt x="284526" y="0"/>
                  <a:pt x="366677" y="82151"/>
                  <a:pt x="366677" y="183338"/>
                </a:cubicBezTo>
                <a:lnTo>
                  <a:pt x="366677" y="183338"/>
                </a:lnTo>
                <a:cubicBezTo>
                  <a:pt x="366677" y="284526"/>
                  <a:pt x="284526" y="366677"/>
                  <a:pt x="183338" y="366677"/>
                </a:cubicBezTo>
                <a:lnTo>
                  <a:pt x="183338" y="366677"/>
                </a:lnTo>
                <a:cubicBezTo>
                  <a:pt x="82151" y="366677"/>
                  <a:pt x="0" y="284526"/>
                  <a:pt x="0" y="183338"/>
                </a:cubicBezTo>
                <a:lnTo>
                  <a:pt x="0" y="183338"/>
                </a:lnTo>
                <a:cubicBezTo>
                  <a:pt x="0" y="82151"/>
                  <a:pt x="82151" y="0"/>
                  <a:pt x="183338" y="0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36" name="Text 34"/>
          <p:cNvSpPr/>
          <p:nvPr/>
        </p:nvSpPr>
        <p:spPr>
          <a:xfrm>
            <a:off x="8222248" y="5536818"/>
            <a:ext cx="174171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9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559800" y="5536818"/>
            <a:ext cx="1063362" cy="25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9" b="1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 the code!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083121" y="5958496"/>
            <a:ext cx="3355092" cy="513347"/>
          </a:xfrm>
          <a:custGeom>
            <a:avLst/>
            <a:gdLst/>
            <a:ahLst/>
            <a:cxnLst/>
            <a:rect l="l" t="t" r="r" b="b"/>
            <a:pathLst>
              <a:path w="3355092" h="513347">
                <a:moveTo>
                  <a:pt x="73337" y="0"/>
                </a:moveTo>
                <a:lnTo>
                  <a:pt x="3281755" y="0"/>
                </a:lnTo>
                <a:cubicBezTo>
                  <a:pt x="3322258" y="0"/>
                  <a:pt x="3355092" y="32834"/>
                  <a:pt x="3355092" y="73337"/>
                </a:cubicBezTo>
                <a:lnTo>
                  <a:pt x="3355092" y="440011"/>
                </a:lnTo>
                <a:cubicBezTo>
                  <a:pt x="3355092" y="480513"/>
                  <a:pt x="3322258" y="513347"/>
                  <a:pt x="3281755" y="513347"/>
                </a:cubicBezTo>
                <a:lnTo>
                  <a:pt x="73337" y="513347"/>
                </a:lnTo>
                <a:cubicBezTo>
                  <a:pt x="32861" y="513347"/>
                  <a:pt x="0" y="480486"/>
                  <a:pt x="0" y="440011"/>
                </a:cubicBezTo>
                <a:lnTo>
                  <a:pt x="0" y="73337"/>
                </a:lnTo>
                <a:cubicBezTo>
                  <a:pt x="0" y="32861"/>
                  <a:pt x="32861" y="0"/>
                  <a:pt x="73337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791" y="6105167"/>
            <a:ext cx="391408" cy="213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echo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577275" y="6105167"/>
            <a:ext cx="1045029" cy="213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"You can vote!"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548968" y="6105167"/>
            <a:ext cx="109144" cy="2138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55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1274" y="341274"/>
            <a:ext cx="11714217" cy="409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225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If-Else Statement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41274" y="853184"/>
            <a:ext cx="819057" cy="34127"/>
          </a:xfrm>
          <a:custGeom>
            <a:avLst/>
            <a:gdLst/>
            <a:ahLst/>
            <a:cxnLst/>
            <a:rect l="l" t="t" r="r" b="b"/>
            <a:pathLst>
              <a:path w="819057" h="34127">
                <a:moveTo>
                  <a:pt x="17064" y="0"/>
                </a:moveTo>
                <a:lnTo>
                  <a:pt x="801993" y="0"/>
                </a:lnTo>
                <a:cubicBezTo>
                  <a:pt x="811417" y="0"/>
                  <a:pt x="819057" y="7640"/>
                  <a:pt x="819057" y="17064"/>
                </a:cubicBezTo>
                <a:lnTo>
                  <a:pt x="819057" y="17064"/>
                </a:lnTo>
                <a:cubicBezTo>
                  <a:pt x="819057" y="26488"/>
                  <a:pt x="811417" y="34127"/>
                  <a:pt x="801993" y="34127"/>
                </a:cubicBezTo>
                <a:lnTo>
                  <a:pt x="17064" y="34127"/>
                </a:lnTo>
                <a:cubicBezTo>
                  <a:pt x="7640" y="34127"/>
                  <a:pt x="0" y="26488"/>
                  <a:pt x="0" y="17064"/>
                </a:cubicBezTo>
                <a:lnTo>
                  <a:pt x="0" y="17064"/>
                </a:lnTo>
                <a:cubicBezTo>
                  <a:pt x="0" y="7640"/>
                  <a:pt x="7640" y="0"/>
                  <a:pt x="17064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341274" y="1092076"/>
            <a:ext cx="7397106" cy="2337724"/>
          </a:xfrm>
          <a:custGeom>
            <a:avLst/>
            <a:gdLst/>
            <a:ahLst/>
            <a:cxnLst/>
            <a:rect l="l" t="t" r="r" b="b"/>
            <a:pathLst>
              <a:path w="7397106" h="2337724">
                <a:moveTo>
                  <a:pt x="136500" y="0"/>
                </a:moveTo>
                <a:lnTo>
                  <a:pt x="7260606" y="0"/>
                </a:lnTo>
                <a:cubicBezTo>
                  <a:pt x="7335993" y="0"/>
                  <a:pt x="7397106" y="61113"/>
                  <a:pt x="7397106" y="136500"/>
                </a:cubicBezTo>
                <a:lnTo>
                  <a:pt x="7397106" y="2201225"/>
                </a:lnTo>
                <a:cubicBezTo>
                  <a:pt x="7397106" y="2276611"/>
                  <a:pt x="7335993" y="2337724"/>
                  <a:pt x="7260606" y="2337724"/>
                </a:cubicBezTo>
                <a:lnTo>
                  <a:pt x="136500" y="2337724"/>
                </a:lnTo>
                <a:cubicBezTo>
                  <a:pt x="61113" y="2337724"/>
                  <a:pt x="0" y="2276611"/>
                  <a:pt x="0" y="2201225"/>
                </a:cubicBezTo>
                <a:lnTo>
                  <a:pt x="0" y="136500"/>
                </a:lnTo>
                <a:cubicBezTo>
                  <a:pt x="0" y="61113"/>
                  <a:pt x="61113" y="0"/>
                  <a:pt x="136500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564168" y="1305372"/>
            <a:ext cx="287950" cy="255955"/>
          </a:xfrm>
          <a:custGeom>
            <a:avLst/>
            <a:gdLst/>
            <a:ahLst/>
            <a:cxnLst/>
            <a:rect l="l" t="t" r="r" b="b"/>
            <a:pathLst>
              <a:path w="287950" h="255955">
                <a:moveTo>
                  <a:pt x="180368" y="600"/>
                </a:moveTo>
                <a:cubicBezTo>
                  <a:pt x="171870" y="-1850"/>
                  <a:pt x="163021" y="3099"/>
                  <a:pt x="160572" y="11598"/>
                </a:cubicBezTo>
                <a:lnTo>
                  <a:pt x="96583" y="235559"/>
                </a:lnTo>
                <a:cubicBezTo>
                  <a:pt x="94134" y="244057"/>
                  <a:pt x="99083" y="252906"/>
                  <a:pt x="107581" y="255355"/>
                </a:cubicBezTo>
                <a:cubicBezTo>
                  <a:pt x="116080" y="257805"/>
                  <a:pt x="124928" y="252856"/>
                  <a:pt x="127378" y="244357"/>
                </a:cubicBezTo>
                <a:lnTo>
                  <a:pt x="191367" y="20396"/>
                </a:lnTo>
                <a:cubicBezTo>
                  <a:pt x="193816" y="11898"/>
                  <a:pt x="188867" y="3049"/>
                  <a:pt x="180368" y="600"/>
                </a:cubicBezTo>
                <a:close/>
                <a:moveTo>
                  <a:pt x="212663" y="68638"/>
                </a:moveTo>
                <a:cubicBezTo>
                  <a:pt x="206414" y="74887"/>
                  <a:pt x="206414" y="85035"/>
                  <a:pt x="212663" y="91284"/>
                </a:cubicBezTo>
                <a:lnTo>
                  <a:pt x="249356" y="127978"/>
                </a:lnTo>
                <a:lnTo>
                  <a:pt x="212663" y="164671"/>
                </a:lnTo>
                <a:cubicBezTo>
                  <a:pt x="206414" y="170920"/>
                  <a:pt x="206414" y="181068"/>
                  <a:pt x="212663" y="187317"/>
                </a:cubicBezTo>
                <a:cubicBezTo>
                  <a:pt x="218912" y="193566"/>
                  <a:pt x="229060" y="193566"/>
                  <a:pt x="235309" y="187317"/>
                </a:cubicBezTo>
                <a:lnTo>
                  <a:pt x="283300" y="139326"/>
                </a:lnTo>
                <a:cubicBezTo>
                  <a:pt x="289549" y="133077"/>
                  <a:pt x="289549" y="122928"/>
                  <a:pt x="283300" y="116680"/>
                </a:cubicBezTo>
                <a:lnTo>
                  <a:pt x="235309" y="68688"/>
                </a:lnTo>
                <a:cubicBezTo>
                  <a:pt x="229060" y="62439"/>
                  <a:pt x="218912" y="62439"/>
                  <a:pt x="212663" y="68688"/>
                </a:cubicBezTo>
                <a:close/>
                <a:moveTo>
                  <a:pt x="75337" y="68638"/>
                </a:moveTo>
                <a:cubicBezTo>
                  <a:pt x="69088" y="62389"/>
                  <a:pt x="58940" y="62389"/>
                  <a:pt x="52691" y="68638"/>
                </a:cubicBezTo>
                <a:lnTo>
                  <a:pt x="4699" y="116630"/>
                </a:lnTo>
                <a:cubicBezTo>
                  <a:pt x="-1550" y="122878"/>
                  <a:pt x="-1550" y="133027"/>
                  <a:pt x="4699" y="139276"/>
                </a:cubicBezTo>
                <a:lnTo>
                  <a:pt x="52691" y="187267"/>
                </a:lnTo>
                <a:cubicBezTo>
                  <a:pt x="58940" y="193516"/>
                  <a:pt x="69088" y="193516"/>
                  <a:pt x="75337" y="187267"/>
                </a:cubicBezTo>
                <a:cubicBezTo>
                  <a:pt x="81586" y="181018"/>
                  <a:pt x="81586" y="170870"/>
                  <a:pt x="75337" y="164621"/>
                </a:cubicBezTo>
                <a:lnTo>
                  <a:pt x="38643" y="127978"/>
                </a:lnTo>
                <a:lnTo>
                  <a:pt x="75287" y="91284"/>
                </a:lnTo>
                <a:cubicBezTo>
                  <a:pt x="81536" y="85035"/>
                  <a:pt x="81536" y="74887"/>
                  <a:pt x="75287" y="68638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968364" y="1296840"/>
            <a:ext cx="725206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2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Syntax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6038" y="1706368"/>
            <a:ext cx="6987577" cy="1518668"/>
          </a:xfrm>
          <a:custGeom>
            <a:avLst/>
            <a:gdLst/>
            <a:ahLst/>
            <a:cxnLst/>
            <a:rect l="l" t="t" r="r" b="b"/>
            <a:pathLst>
              <a:path w="6987577" h="1518668">
                <a:moveTo>
                  <a:pt x="68249" y="0"/>
                </a:moveTo>
                <a:lnTo>
                  <a:pt x="6919328" y="0"/>
                </a:lnTo>
                <a:cubicBezTo>
                  <a:pt x="6957021" y="0"/>
                  <a:pt x="6987577" y="30556"/>
                  <a:pt x="6987577" y="68249"/>
                </a:cubicBezTo>
                <a:lnTo>
                  <a:pt x="6987577" y="1450419"/>
                </a:lnTo>
                <a:cubicBezTo>
                  <a:pt x="6987577" y="1488112"/>
                  <a:pt x="6957021" y="1518668"/>
                  <a:pt x="6919328" y="1518668"/>
                </a:cubicBezTo>
                <a:lnTo>
                  <a:pt x="68249" y="1518668"/>
                </a:lnTo>
                <a:cubicBezTo>
                  <a:pt x="30556" y="1518668"/>
                  <a:pt x="0" y="1488112"/>
                  <a:pt x="0" y="1450419"/>
                </a:cubicBezTo>
                <a:lnTo>
                  <a:pt x="0" y="68249"/>
                </a:lnTo>
                <a:cubicBezTo>
                  <a:pt x="0" y="30581"/>
                  <a:pt x="30581" y="0"/>
                  <a:pt x="68249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546038" y="1706368"/>
            <a:ext cx="7064364" cy="1518668"/>
          </a:xfrm>
          <a:prstGeom prst="rect">
            <a:avLst/>
          </a:prstGeom>
          <a:noFill/>
          <a:ln/>
        </p:spPr>
        <p:txBody>
          <a:bodyPr wrap="square" lIns="136509" tIns="136509" rIns="136509" bIns="136509" rtlCol="0" anchor="ctr"/>
          <a:lstStyle/>
          <a:p>
            <a:pPr>
              <a:lnSpc>
                <a:spcPct val="140000"/>
              </a:lnSpc>
            </a:pPr>
            <a:r>
              <a:rPr lang="en-US" sz="1209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r>
              <a:rPr lang="en-US" sz="1209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</a:t>
            </a:r>
            <a:r>
              <a:rPr lang="en-US" sz="1209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condition</a:t>
            </a:r>
            <a:r>
              <a:rPr lang="en-US" sz="1209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9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code if TRUE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9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 </a:t>
            </a:r>
            <a:r>
              <a:rPr lang="en-US" sz="1209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else</a:t>
            </a:r>
            <a:r>
              <a:rPr lang="en-US" sz="1209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9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code if FALSE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209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41274" y="3636697"/>
            <a:ext cx="7397106" cy="3225036"/>
          </a:xfrm>
          <a:custGeom>
            <a:avLst/>
            <a:gdLst/>
            <a:ahLst/>
            <a:cxnLst/>
            <a:rect l="l" t="t" r="r" b="b"/>
            <a:pathLst>
              <a:path w="7397106" h="3225036">
                <a:moveTo>
                  <a:pt x="136516" y="0"/>
                </a:moveTo>
                <a:lnTo>
                  <a:pt x="7260590" y="0"/>
                </a:lnTo>
                <a:cubicBezTo>
                  <a:pt x="7335985" y="0"/>
                  <a:pt x="7397106" y="61120"/>
                  <a:pt x="7397106" y="136516"/>
                </a:cubicBezTo>
                <a:lnTo>
                  <a:pt x="7397106" y="3088520"/>
                </a:lnTo>
                <a:cubicBezTo>
                  <a:pt x="7397106" y="3163916"/>
                  <a:pt x="7335985" y="3225036"/>
                  <a:pt x="7260590" y="3225036"/>
                </a:cubicBezTo>
                <a:lnTo>
                  <a:pt x="136516" y="3225036"/>
                </a:lnTo>
                <a:cubicBezTo>
                  <a:pt x="61120" y="3225036"/>
                  <a:pt x="0" y="3163916"/>
                  <a:pt x="0" y="3088520"/>
                </a:cubicBezTo>
                <a:lnTo>
                  <a:pt x="0" y="136516"/>
                </a:lnTo>
                <a:cubicBezTo>
                  <a:pt x="0" y="61120"/>
                  <a:pt x="61120" y="0"/>
                  <a:pt x="136516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0" name="Shape 8"/>
          <p:cNvSpPr/>
          <p:nvPr/>
        </p:nvSpPr>
        <p:spPr>
          <a:xfrm>
            <a:off x="580165" y="3849993"/>
            <a:ext cx="255955" cy="255955"/>
          </a:xfrm>
          <a:custGeom>
            <a:avLst/>
            <a:gdLst/>
            <a:ahLst/>
            <a:cxnLst/>
            <a:rect l="l" t="t" r="r" b="b"/>
            <a:pathLst>
              <a:path w="255955" h="255955">
                <a:moveTo>
                  <a:pt x="0" y="127978"/>
                </a:moveTo>
                <a:cubicBezTo>
                  <a:pt x="0" y="57345"/>
                  <a:pt x="57345" y="0"/>
                  <a:pt x="127978" y="0"/>
                </a:cubicBezTo>
                <a:cubicBezTo>
                  <a:pt x="198610" y="0"/>
                  <a:pt x="255955" y="57345"/>
                  <a:pt x="255955" y="127978"/>
                </a:cubicBezTo>
                <a:cubicBezTo>
                  <a:pt x="255955" y="198610"/>
                  <a:pt x="198610" y="255955"/>
                  <a:pt x="127978" y="255955"/>
                </a:cubicBezTo>
                <a:cubicBezTo>
                  <a:pt x="57345" y="255955"/>
                  <a:pt x="0" y="198610"/>
                  <a:pt x="0" y="127978"/>
                </a:cubicBezTo>
                <a:close/>
                <a:moveTo>
                  <a:pt x="94134" y="73537"/>
                </a:moveTo>
                <a:cubicBezTo>
                  <a:pt x="90334" y="75637"/>
                  <a:pt x="87985" y="79686"/>
                  <a:pt x="87985" y="83985"/>
                </a:cubicBezTo>
                <a:lnTo>
                  <a:pt x="87985" y="171970"/>
                </a:lnTo>
                <a:cubicBezTo>
                  <a:pt x="87985" y="176319"/>
                  <a:pt x="90334" y="180318"/>
                  <a:pt x="94134" y="182418"/>
                </a:cubicBezTo>
                <a:cubicBezTo>
                  <a:pt x="97933" y="184518"/>
                  <a:pt x="102532" y="184468"/>
                  <a:pt x="106281" y="182168"/>
                </a:cubicBezTo>
                <a:lnTo>
                  <a:pt x="178269" y="138176"/>
                </a:lnTo>
                <a:cubicBezTo>
                  <a:pt x="181818" y="135976"/>
                  <a:pt x="184018" y="132127"/>
                  <a:pt x="184018" y="127928"/>
                </a:cubicBezTo>
                <a:cubicBezTo>
                  <a:pt x="184018" y="123728"/>
                  <a:pt x="181818" y="119879"/>
                  <a:pt x="178269" y="117679"/>
                </a:cubicBezTo>
                <a:lnTo>
                  <a:pt x="106281" y="73687"/>
                </a:lnTo>
                <a:cubicBezTo>
                  <a:pt x="102582" y="71437"/>
                  <a:pt x="97933" y="71338"/>
                  <a:pt x="94134" y="73437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968364" y="3841461"/>
            <a:ext cx="1936728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1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Example: Pass or Fail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6038" y="4250990"/>
            <a:ext cx="6987577" cy="1825814"/>
          </a:xfrm>
          <a:custGeom>
            <a:avLst/>
            <a:gdLst/>
            <a:ahLst/>
            <a:cxnLst/>
            <a:rect l="l" t="t" r="r" b="b"/>
            <a:pathLst>
              <a:path w="6987577" h="1825814">
                <a:moveTo>
                  <a:pt x="68249" y="0"/>
                </a:moveTo>
                <a:lnTo>
                  <a:pt x="6919328" y="0"/>
                </a:lnTo>
                <a:cubicBezTo>
                  <a:pt x="6957021" y="0"/>
                  <a:pt x="6987577" y="30556"/>
                  <a:pt x="6987577" y="68249"/>
                </a:cubicBezTo>
                <a:lnTo>
                  <a:pt x="6987577" y="1757565"/>
                </a:lnTo>
                <a:cubicBezTo>
                  <a:pt x="6987577" y="1795258"/>
                  <a:pt x="6957021" y="1825814"/>
                  <a:pt x="6919328" y="1825814"/>
                </a:cubicBezTo>
                <a:lnTo>
                  <a:pt x="68249" y="1825814"/>
                </a:lnTo>
                <a:cubicBezTo>
                  <a:pt x="30556" y="1825814"/>
                  <a:pt x="0" y="1795258"/>
                  <a:pt x="0" y="1757565"/>
                </a:cubicBezTo>
                <a:lnTo>
                  <a:pt x="0" y="68249"/>
                </a:lnTo>
                <a:cubicBezTo>
                  <a:pt x="0" y="30581"/>
                  <a:pt x="30581" y="0"/>
                  <a:pt x="68249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546038" y="4250990"/>
            <a:ext cx="7055832" cy="1825814"/>
          </a:xfrm>
          <a:prstGeom prst="rect">
            <a:avLst/>
          </a:prstGeom>
          <a:noFill/>
          <a:ln/>
        </p:spPr>
        <p:txBody>
          <a:bodyPr wrap="square" lIns="136509" tIns="136509" rIns="136509" bIns="136509" rtlCol="0" anchor="ctr"/>
          <a:lstStyle/>
          <a:p>
            <a:pPr>
              <a:lnSpc>
                <a:spcPct val="140000"/>
              </a:lnSpc>
            </a:pPr>
            <a:r>
              <a:rPr lang="en-US" sz="1075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$marks</a:t>
            </a:r>
            <a:r>
              <a:rPr lang="en-US" sz="1075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=</a:t>
            </a:r>
            <a:r>
              <a:rPr lang="en-US" sz="1075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45</a:t>
            </a:r>
            <a:r>
              <a:rPr lang="en-US" sz="1075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075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r>
              <a:rPr lang="en-US" sz="1075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</a:t>
            </a:r>
            <a:r>
              <a:rPr lang="en-US" sz="1075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$marks</a:t>
            </a:r>
            <a:r>
              <a:rPr lang="en-US" sz="1075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&gt;=</a:t>
            </a:r>
            <a:r>
              <a:rPr lang="en-US" sz="1075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40</a:t>
            </a:r>
            <a:r>
              <a:rPr lang="en-US" sz="1075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075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echo</a:t>
            </a:r>
            <a:r>
              <a:rPr lang="en-US" sz="1075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"You passed! 🎉"</a:t>
            </a:r>
            <a:r>
              <a:rPr lang="en-US" sz="1075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075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 </a:t>
            </a:r>
            <a:r>
              <a:rPr lang="en-US" sz="1075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else</a:t>
            </a:r>
            <a:r>
              <a:rPr lang="en-US" sz="1075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075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echo</a:t>
            </a:r>
            <a:r>
              <a:rPr lang="en-US" sz="1075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"You failed. Study more! 📚"</a:t>
            </a:r>
            <a:r>
              <a:rPr lang="en-US" sz="1075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075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3101" y="6213313"/>
            <a:ext cx="6970514" cy="443656"/>
          </a:xfrm>
          <a:custGeom>
            <a:avLst/>
            <a:gdLst/>
            <a:ahLst/>
            <a:cxnLst/>
            <a:rect l="l" t="t" r="r" b="b"/>
            <a:pathLst>
              <a:path w="6970514" h="443656">
                <a:moveTo>
                  <a:pt x="34127" y="0"/>
                </a:moveTo>
                <a:lnTo>
                  <a:pt x="6902257" y="0"/>
                </a:lnTo>
                <a:cubicBezTo>
                  <a:pt x="6939954" y="0"/>
                  <a:pt x="6970514" y="30559"/>
                  <a:pt x="6970514" y="68256"/>
                </a:cubicBezTo>
                <a:lnTo>
                  <a:pt x="6970514" y="375399"/>
                </a:lnTo>
                <a:cubicBezTo>
                  <a:pt x="6970514" y="413096"/>
                  <a:pt x="6939954" y="443656"/>
                  <a:pt x="6902257" y="443656"/>
                </a:cubicBezTo>
                <a:lnTo>
                  <a:pt x="34127" y="443656"/>
                </a:lnTo>
                <a:cubicBezTo>
                  <a:pt x="15279" y="443656"/>
                  <a:pt x="0" y="428376"/>
                  <a:pt x="0" y="409528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EF4444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63101" y="6213313"/>
            <a:ext cx="34127" cy="443656"/>
          </a:xfrm>
          <a:custGeom>
            <a:avLst/>
            <a:gdLst/>
            <a:ahLst/>
            <a:cxnLst/>
            <a:rect l="l" t="t" r="r" b="b"/>
            <a:pathLst>
              <a:path w="34127" h="443656">
                <a:moveTo>
                  <a:pt x="34127" y="0"/>
                </a:moveTo>
                <a:lnTo>
                  <a:pt x="34127" y="0"/>
                </a:lnTo>
                <a:lnTo>
                  <a:pt x="34127" y="443656"/>
                </a:lnTo>
                <a:lnTo>
                  <a:pt x="34127" y="443656"/>
                </a:lnTo>
                <a:cubicBezTo>
                  <a:pt x="15279" y="443656"/>
                  <a:pt x="0" y="428376"/>
                  <a:pt x="0" y="409528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682547" y="6315695"/>
            <a:ext cx="6825472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9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❌ Output: You failed. Study more! 📚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14242" y="1092076"/>
            <a:ext cx="3839328" cy="3088526"/>
          </a:xfrm>
          <a:custGeom>
            <a:avLst/>
            <a:gdLst/>
            <a:ahLst/>
            <a:cxnLst/>
            <a:rect l="l" t="t" r="r" b="b"/>
            <a:pathLst>
              <a:path w="3839328" h="3088526">
                <a:moveTo>
                  <a:pt x="136513" y="0"/>
                </a:moveTo>
                <a:lnTo>
                  <a:pt x="3702815" y="0"/>
                </a:lnTo>
                <a:cubicBezTo>
                  <a:pt x="3778209" y="0"/>
                  <a:pt x="3839328" y="61119"/>
                  <a:pt x="3839328" y="136513"/>
                </a:cubicBezTo>
                <a:lnTo>
                  <a:pt x="3839328" y="2952013"/>
                </a:lnTo>
                <a:cubicBezTo>
                  <a:pt x="3839328" y="3027407"/>
                  <a:pt x="3778209" y="3088526"/>
                  <a:pt x="3702815" y="3088526"/>
                </a:cubicBezTo>
                <a:lnTo>
                  <a:pt x="136513" y="3088526"/>
                </a:lnTo>
                <a:cubicBezTo>
                  <a:pt x="61119" y="3088526"/>
                  <a:pt x="0" y="3027407"/>
                  <a:pt x="0" y="2952013"/>
                </a:cubicBezTo>
                <a:lnTo>
                  <a:pt x="0" y="136513"/>
                </a:lnTo>
                <a:cubicBezTo>
                  <a:pt x="0" y="61169"/>
                  <a:pt x="61169" y="0"/>
                  <a:pt x="136513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8" name="Text 16"/>
          <p:cNvSpPr/>
          <p:nvPr/>
        </p:nvSpPr>
        <p:spPr>
          <a:xfrm>
            <a:off x="8167816" y="1296840"/>
            <a:ext cx="3532182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61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Two Paths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227538" y="1714900"/>
            <a:ext cx="3412736" cy="853184"/>
          </a:xfrm>
          <a:custGeom>
            <a:avLst/>
            <a:gdLst/>
            <a:ahLst/>
            <a:cxnLst/>
            <a:rect l="l" t="t" r="r" b="b"/>
            <a:pathLst>
              <a:path w="3412736" h="853184">
                <a:moveTo>
                  <a:pt x="102382" y="0"/>
                </a:moveTo>
                <a:lnTo>
                  <a:pt x="3310354" y="0"/>
                </a:lnTo>
                <a:cubicBezTo>
                  <a:pt x="3366898" y="0"/>
                  <a:pt x="3412736" y="45838"/>
                  <a:pt x="3412736" y="102382"/>
                </a:cubicBezTo>
                <a:lnTo>
                  <a:pt x="3412736" y="750802"/>
                </a:lnTo>
                <a:cubicBezTo>
                  <a:pt x="3412736" y="807346"/>
                  <a:pt x="3366898" y="853184"/>
                  <a:pt x="3310354" y="853184"/>
                </a:cubicBezTo>
                <a:lnTo>
                  <a:pt x="102382" y="853184"/>
                </a:lnTo>
                <a:cubicBezTo>
                  <a:pt x="45876" y="853184"/>
                  <a:pt x="0" y="807308"/>
                  <a:pt x="0" y="750802"/>
                </a:cubicBezTo>
                <a:lnTo>
                  <a:pt x="0" y="102382"/>
                </a:lnTo>
                <a:cubicBezTo>
                  <a:pt x="0" y="45876"/>
                  <a:pt x="45876" y="0"/>
                  <a:pt x="102382" y="0"/>
                </a:cubicBezTo>
                <a:close/>
              </a:path>
            </a:pathLst>
          </a:custGeom>
          <a:solidFill>
            <a:srgbClr val="22C55E">
              <a:alpha val="10196"/>
            </a:srgbClr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06707" y="1859941"/>
            <a:ext cx="255955" cy="255955"/>
          </a:xfrm>
          <a:custGeom>
            <a:avLst/>
            <a:gdLst/>
            <a:ahLst/>
            <a:cxnLst/>
            <a:rect l="l" t="t" r="r" b="b"/>
            <a:pathLst>
              <a:path w="255955" h="255955">
                <a:moveTo>
                  <a:pt x="127978" y="255955"/>
                </a:moveTo>
                <a:cubicBezTo>
                  <a:pt x="198610" y="255955"/>
                  <a:pt x="255955" y="198610"/>
                  <a:pt x="255955" y="127978"/>
                </a:cubicBezTo>
                <a:cubicBezTo>
                  <a:pt x="255955" y="57345"/>
                  <a:pt x="198610" y="0"/>
                  <a:pt x="127978" y="0"/>
                </a:cubicBezTo>
                <a:cubicBezTo>
                  <a:pt x="57345" y="0"/>
                  <a:pt x="0" y="57345"/>
                  <a:pt x="0" y="127978"/>
                </a:cubicBezTo>
                <a:cubicBezTo>
                  <a:pt x="0" y="198610"/>
                  <a:pt x="57345" y="255955"/>
                  <a:pt x="127978" y="255955"/>
                </a:cubicBezTo>
                <a:close/>
                <a:moveTo>
                  <a:pt x="170170" y="106331"/>
                </a:moveTo>
                <a:lnTo>
                  <a:pt x="130177" y="170320"/>
                </a:lnTo>
                <a:cubicBezTo>
                  <a:pt x="128078" y="173670"/>
                  <a:pt x="124478" y="175769"/>
                  <a:pt x="120529" y="175969"/>
                </a:cubicBezTo>
                <a:cubicBezTo>
                  <a:pt x="116580" y="176169"/>
                  <a:pt x="112780" y="174369"/>
                  <a:pt x="110431" y="171170"/>
                </a:cubicBezTo>
                <a:lnTo>
                  <a:pt x="86435" y="139176"/>
                </a:lnTo>
                <a:cubicBezTo>
                  <a:pt x="82436" y="133877"/>
                  <a:pt x="83535" y="126378"/>
                  <a:pt x="88834" y="122379"/>
                </a:cubicBezTo>
                <a:cubicBezTo>
                  <a:pt x="94134" y="118379"/>
                  <a:pt x="101632" y="119479"/>
                  <a:pt x="105632" y="124778"/>
                </a:cubicBezTo>
                <a:lnTo>
                  <a:pt x="119129" y="142775"/>
                </a:lnTo>
                <a:lnTo>
                  <a:pt x="149824" y="93634"/>
                </a:lnTo>
                <a:cubicBezTo>
                  <a:pt x="153323" y="88035"/>
                  <a:pt x="160722" y="86285"/>
                  <a:pt x="166371" y="89834"/>
                </a:cubicBezTo>
                <a:cubicBezTo>
                  <a:pt x="172020" y="93384"/>
                  <a:pt x="173720" y="100732"/>
                  <a:pt x="170170" y="106381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21" name="Text 19"/>
          <p:cNvSpPr/>
          <p:nvPr/>
        </p:nvSpPr>
        <p:spPr>
          <a:xfrm>
            <a:off x="8794906" y="1868473"/>
            <a:ext cx="571633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4" b="1" dirty="0">
                <a:solidFill>
                  <a:srgbClr val="22C55E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TRUE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72580" y="2184151"/>
            <a:ext cx="3199440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9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Condition is met → Run if-block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808062" y="2713125"/>
            <a:ext cx="255955" cy="255955"/>
          </a:xfrm>
          <a:custGeom>
            <a:avLst/>
            <a:gdLst/>
            <a:ahLst/>
            <a:cxnLst/>
            <a:rect l="l" t="t" r="r" b="b"/>
            <a:pathLst>
              <a:path w="255955" h="255955">
                <a:moveTo>
                  <a:pt x="203264" y="251256"/>
                </a:moveTo>
                <a:lnTo>
                  <a:pt x="251256" y="203264"/>
                </a:lnTo>
                <a:cubicBezTo>
                  <a:pt x="255855" y="198665"/>
                  <a:pt x="257205" y="191816"/>
                  <a:pt x="254705" y="185817"/>
                </a:cubicBezTo>
                <a:cubicBezTo>
                  <a:pt x="252206" y="179819"/>
                  <a:pt x="246407" y="175969"/>
                  <a:pt x="239958" y="175969"/>
                </a:cubicBezTo>
                <a:lnTo>
                  <a:pt x="207964" y="175969"/>
                </a:lnTo>
                <a:lnTo>
                  <a:pt x="207964" y="15997"/>
                </a:lnTo>
                <a:cubicBezTo>
                  <a:pt x="207964" y="7149"/>
                  <a:pt x="200815" y="0"/>
                  <a:pt x="191966" y="0"/>
                </a:cubicBezTo>
                <a:cubicBezTo>
                  <a:pt x="183118" y="0"/>
                  <a:pt x="175969" y="7149"/>
                  <a:pt x="175969" y="15997"/>
                </a:cubicBezTo>
                <a:lnTo>
                  <a:pt x="175969" y="175969"/>
                </a:lnTo>
                <a:lnTo>
                  <a:pt x="143975" y="175969"/>
                </a:lnTo>
                <a:cubicBezTo>
                  <a:pt x="137526" y="175969"/>
                  <a:pt x="131677" y="179869"/>
                  <a:pt x="129177" y="185867"/>
                </a:cubicBezTo>
                <a:cubicBezTo>
                  <a:pt x="126678" y="191866"/>
                  <a:pt x="128078" y="198715"/>
                  <a:pt x="132627" y="203314"/>
                </a:cubicBezTo>
                <a:lnTo>
                  <a:pt x="180618" y="251306"/>
                </a:lnTo>
                <a:cubicBezTo>
                  <a:pt x="186867" y="257555"/>
                  <a:pt x="197016" y="257555"/>
                  <a:pt x="203264" y="251306"/>
                </a:cubicBezTo>
                <a:close/>
                <a:moveTo>
                  <a:pt x="75287" y="4699"/>
                </a:moveTo>
                <a:cubicBezTo>
                  <a:pt x="69038" y="-1550"/>
                  <a:pt x="58890" y="-1550"/>
                  <a:pt x="52641" y="4699"/>
                </a:cubicBezTo>
                <a:lnTo>
                  <a:pt x="4649" y="52691"/>
                </a:lnTo>
                <a:cubicBezTo>
                  <a:pt x="50" y="57290"/>
                  <a:pt x="-1300" y="64139"/>
                  <a:pt x="1200" y="70138"/>
                </a:cubicBezTo>
                <a:cubicBezTo>
                  <a:pt x="3699" y="76137"/>
                  <a:pt x="9548" y="79986"/>
                  <a:pt x="15997" y="79986"/>
                </a:cubicBezTo>
                <a:lnTo>
                  <a:pt x="47992" y="79986"/>
                </a:lnTo>
                <a:lnTo>
                  <a:pt x="47992" y="239958"/>
                </a:lnTo>
                <a:cubicBezTo>
                  <a:pt x="47992" y="248806"/>
                  <a:pt x="55140" y="255955"/>
                  <a:pt x="63989" y="255955"/>
                </a:cubicBezTo>
                <a:cubicBezTo>
                  <a:pt x="72837" y="255955"/>
                  <a:pt x="79986" y="248806"/>
                  <a:pt x="79986" y="239958"/>
                </a:cubicBezTo>
                <a:lnTo>
                  <a:pt x="79986" y="79986"/>
                </a:lnTo>
                <a:lnTo>
                  <a:pt x="111980" y="79986"/>
                </a:lnTo>
                <a:cubicBezTo>
                  <a:pt x="118429" y="79986"/>
                  <a:pt x="124278" y="76087"/>
                  <a:pt x="126778" y="70088"/>
                </a:cubicBezTo>
                <a:cubicBezTo>
                  <a:pt x="129277" y="64089"/>
                  <a:pt x="127878" y="57240"/>
                  <a:pt x="123328" y="52641"/>
                </a:cubicBezTo>
                <a:lnTo>
                  <a:pt x="75337" y="4649"/>
                </a:lnTo>
                <a:close/>
              </a:path>
            </a:pathLst>
          </a:custGeom>
          <a:solidFill>
            <a:srgbClr val="6B7280"/>
          </a:solidFill>
          <a:ln/>
        </p:spPr>
      </p:sp>
      <p:sp>
        <p:nvSpPr>
          <p:cNvPr id="24" name="Shape 22"/>
          <p:cNvSpPr/>
          <p:nvPr/>
        </p:nvSpPr>
        <p:spPr>
          <a:xfrm>
            <a:off x="8227538" y="3114122"/>
            <a:ext cx="3412736" cy="853184"/>
          </a:xfrm>
          <a:custGeom>
            <a:avLst/>
            <a:gdLst/>
            <a:ahLst/>
            <a:cxnLst/>
            <a:rect l="l" t="t" r="r" b="b"/>
            <a:pathLst>
              <a:path w="3412736" h="853184">
                <a:moveTo>
                  <a:pt x="102382" y="0"/>
                </a:moveTo>
                <a:lnTo>
                  <a:pt x="3310354" y="0"/>
                </a:lnTo>
                <a:cubicBezTo>
                  <a:pt x="3366898" y="0"/>
                  <a:pt x="3412736" y="45838"/>
                  <a:pt x="3412736" y="102382"/>
                </a:cubicBezTo>
                <a:lnTo>
                  <a:pt x="3412736" y="750802"/>
                </a:lnTo>
                <a:cubicBezTo>
                  <a:pt x="3412736" y="807346"/>
                  <a:pt x="3366898" y="853184"/>
                  <a:pt x="3310354" y="853184"/>
                </a:cubicBezTo>
                <a:lnTo>
                  <a:pt x="102382" y="853184"/>
                </a:lnTo>
                <a:cubicBezTo>
                  <a:pt x="45876" y="853184"/>
                  <a:pt x="0" y="807308"/>
                  <a:pt x="0" y="750802"/>
                </a:cubicBezTo>
                <a:lnTo>
                  <a:pt x="0" y="102382"/>
                </a:lnTo>
                <a:cubicBezTo>
                  <a:pt x="0" y="45876"/>
                  <a:pt x="45876" y="0"/>
                  <a:pt x="102382" y="0"/>
                </a:cubicBezTo>
                <a:close/>
              </a:path>
            </a:pathLst>
          </a:custGeom>
          <a:solidFill>
            <a:srgbClr val="EF4444">
              <a:alpha val="10196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06707" y="3259163"/>
            <a:ext cx="255955" cy="255955"/>
          </a:xfrm>
          <a:custGeom>
            <a:avLst/>
            <a:gdLst/>
            <a:ahLst/>
            <a:cxnLst/>
            <a:rect l="l" t="t" r="r" b="b"/>
            <a:pathLst>
              <a:path w="255955" h="255955">
                <a:moveTo>
                  <a:pt x="127978" y="255955"/>
                </a:moveTo>
                <a:cubicBezTo>
                  <a:pt x="198610" y="255955"/>
                  <a:pt x="255955" y="198610"/>
                  <a:pt x="255955" y="127978"/>
                </a:cubicBezTo>
                <a:cubicBezTo>
                  <a:pt x="255955" y="57345"/>
                  <a:pt x="198610" y="0"/>
                  <a:pt x="127978" y="0"/>
                </a:cubicBezTo>
                <a:cubicBezTo>
                  <a:pt x="57345" y="0"/>
                  <a:pt x="0" y="57345"/>
                  <a:pt x="0" y="127978"/>
                </a:cubicBezTo>
                <a:cubicBezTo>
                  <a:pt x="0" y="198610"/>
                  <a:pt x="57345" y="255955"/>
                  <a:pt x="127978" y="255955"/>
                </a:cubicBezTo>
                <a:close/>
                <a:moveTo>
                  <a:pt x="83485" y="83485"/>
                </a:moveTo>
                <a:cubicBezTo>
                  <a:pt x="88185" y="78786"/>
                  <a:pt x="95783" y="78786"/>
                  <a:pt x="100432" y="83485"/>
                </a:cubicBezTo>
                <a:lnTo>
                  <a:pt x="127928" y="110981"/>
                </a:lnTo>
                <a:lnTo>
                  <a:pt x="155423" y="83485"/>
                </a:lnTo>
                <a:cubicBezTo>
                  <a:pt x="160122" y="78786"/>
                  <a:pt x="167721" y="78786"/>
                  <a:pt x="172370" y="83485"/>
                </a:cubicBezTo>
                <a:cubicBezTo>
                  <a:pt x="177019" y="88185"/>
                  <a:pt x="177069" y="95783"/>
                  <a:pt x="172370" y="100432"/>
                </a:cubicBezTo>
                <a:lnTo>
                  <a:pt x="144875" y="127928"/>
                </a:lnTo>
                <a:lnTo>
                  <a:pt x="172370" y="155423"/>
                </a:lnTo>
                <a:cubicBezTo>
                  <a:pt x="177069" y="160122"/>
                  <a:pt x="177069" y="167721"/>
                  <a:pt x="172370" y="172370"/>
                </a:cubicBezTo>
                <a:cubicBezTo>
                  <a:pt x="167671" y="177019"/>
                  <a:pt x="160072" y="177069"/>
                  <a:pt x="155423" y="172370"/>
                </a:cubicBezTo>
                <a:lnTo>
                  <a:pt x="127928" y="144875"/>
                </a:lnTo>
                <a:lnTo>
                  <a:pt x="100432" y="172370"/>
                </a:lnTo>
                <a:cubicBezTo>
                  <a:pt x="95733" y="177069"/>
                  <a:pt x="88135" y="177069"/>
                  <a:pt x="83485" y="172370"/>
                </a:cubicBezTo>
                <a:cubicBezTo>
                  <a:pt x="78836" y="167671"/>
                  <a:pt x="78786" y="160072"/>
                  <a:pt x="83485" y="155423"/>
                </a:cubicBezTo>
                <a:lnTo>
                  <a:pt x="110981" y="127928"/>
                </a:lnTo>
                <a:lnTo>
                  <a:pt x="83485" y="100432"/>
                </a:lnTo>
                <a:cubicBezTo>
                  <a:pt x="78786" y="95733"/>
                  <a:pt x="78786" y="88135"/>
                  <a:pt x="83485" y="83485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8794906" y="3267695"/>
            <a:ext cx="622824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4" b="1" dirty="0">
                <a:solidFill>
                  <a:srgbClr val="EF4444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FALSE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72580" y="3583373"/>
            <a:ext cx="3199440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9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Condition not met → Run else-block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014242" y="4385366"/>
            <a:ext cx="3839328" cy="1006757"/>
          </a:xfrm>
          <a:custGeom>
            <a:avLst/>
            <a:gdLst/>
            <a:ahLst/>
            <a:cxnLst/>
            <a:rect l="l" t="t" r="r" b="b"/>
            <a:pathLst>
              <a:path w="3839328" h="1006757">
                <a:moveTo>
                  <a:pt x="136506" y="0"/>
                </a:moveTo>
                <a:lnTo>
                  <a:pt x="3702822" y="0"/>
                </a:lnTo>
                <a:cubicBezTo>
                  <a:pt x="3778212" y="0"/>
                  <a:pt x="3839328" y="61116"/>
                  <a:pt x="3839328" y="136506"/>
                </a:cubicBezTo>
                <a:lnTo>
                  <a:pt x="3839328" y="870251"/>
                </a:lnTo>
                <a:cubicBezTo>
                  <a:pt x="3839328" y="945641"/>
                  <a:pt x="3778212" y="1006757"/>
                  <a:pt x="3702822" y="1006757"/>
                </a:cubicBezTo>
                <a:lnTo>
                  <a:pt x="136506" y="1006757"/>
                </a:lnTo>
                <a:cubicBezTo>
                  <a:pt x="61116" y="1006757"/>
                  <a:pt x="0" y="945641"/>
                  <a:pt x="0" y="870251"/>
                </a:cubicBezTo>
                <a:lnTo>
                  <a:pt x="0" y="136506"/>
                </a:lnTo>
                <a:cubicBezTo>
                  <a:pt x="0" y="61116"/>
                  <a:pt x="61116" y="0"/>
                  <a:pt x="136506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10000"/>
                </a:srgbClr>
              </a:gs>
              <a:gs pos="100000">
                <a:srgbClr val="8B5CF6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29" name="Shape 27"/>
          <p:cNvSpPr/>
          <p:nvPr/>
        </p:nvSpPr>
        <p:spPr>
          <a:xfrm>
            <a:off x="8285128" y="4590130"/>
            <a:ext cx="191966" cy="255955"/>
          </a:xfrm>
          <a:custGeom>
            <a:avLst/>
            <a:gdLst/>
            <a:ahLst/>
            <a:cxnLst/>
            <a:rect l="l" t="t" r="r" b="b"/>
            <a:pathLst>
              <a:path w="191966" h="255955">
                <a:moveTo>
                  <a:pt x="146424" y="191966"/>
                </a:moveTo>
                <a:cubicBezTo>
                  <a:pt x="150074" y="180818"/>
                  <a:pt x="157372" y="170720"/>
                  <a:pt x="165621" y="162022"/>
                </a:cubicBezTo>
                <a:cubicBezTo>
                  <a:pt x="181968" y="144825"/>
                  <a:pt x="191966" y="121579"/>
                  <a:pt x="191966" y="95983"/>
                </a:cubicBezTo>
                <a:cubicBezTo>
                  <a:pt x="191966" y="42992"/>
                  <a:pt x="148974" y="0"/>
                  <a:pt x="95983" y="0"/>
                </a:cubicBezTo>
                <a:cubicBezTo>
                  <a:pt x="42992" y="0"/>
                  <a:pt x="0" y="42992"/>
                  <a:pt x="0" y="95983"/>
                </a:cubicBezTo>
                <a:cubicBezTo>
                  <a:pt x="0" y="121579"/>
                  <a:pt x="9998" y="144825"/>
                  <a:pt x="26345" y="162022"/>
                </a:cubicBezTo>
                <a:cubicBezTo>
                  <a:pt x="34594" y="170720"/>
                  <a:pt x="41943" y="180818"/>
                  <a:pt x="45542" y="191966"/>
                </a:cubicBezTo>
                <a:lnTo>
                  <a:pt x="146374" y="191966"/>
                </a:lnTo>
                <a:close/>
                <a:moveTo>
                  <a:pt x="143975" y="215962"/>
                </a:moveTo>
                <a:lnTo>
                  <a:pt x="47992" y="215962"/>
                </a:lnTo>
                <a:lnTo>
                  <a:pt x="47992" y="223961"/>
                </a:lnTo>
                <a:cubicBezTo>
                  <a:pt x="47992" y="246057"/>
                  <a:pt x="65888" y="263954"/>
                  <a:pt x="87985" y="263954"/>
                </a:cubicBezTo>
                <a:lnTo>
                  <a:pt x="103982" y="263954"/>
                </a:lnTo>
                <a:cubicBezTo>
                  <a:pt x="126078" y="263954"/>
                  <a:pt x="143975" y="246057"/>
                  <a:pt x="143975" y="223961"/>
                </a:cubicBezTo>
                <a:lnTo>
                  <a:pt x="143975" y="215962"/>
                </a:lnTo>
                <a:close/>
                <a:moveTo>
                  <a:pt x="91984" y="55990"/>
                </a:moveTo>
                <a:cubicBezTo>
                  <a:pt x="72087" y="55990"/>
                  <a:pt x="55990" y="72087"/>
                  <a:pt x="55990" y="91984"/>
                </a:cubicBezTo>
                <a:cubicBezTo>
                  <a:pt x="55990" y="98633"/>
                  <a:pt x="50641" y="103982"/>
                  <a:pt x="43992" y="103982"/>
                </a:cubicBezTo>
                <a:cubicBezTo>
                  <a:pt x="37343" y="103982"/>
                  <a:pt x="31994" y="98633"/>
                  <a:pt x="31994" y="91984"/>
                </a:cubicBezTo>
                <a:cubicBezTo>
                  <a:pt x="31994" y="58840"/>
                  <a:pt x="58840" y="31994"/>
                  <a:pt x="91984" y="31994"/>
                </a:cubicBezTo>
                <a:cubicBezTo>
                  <a:pt x="98633" y="31994"/>
                  <a:pt x="103982" y="37343"/>
                  <a:pt x="103982" y="43992"/>
                </a:cubicBezTo>
                <a:cubicBezTo>
                  <a:pt x="103982" y="50641"/>
                  <a:pt x="98633" y="55990"/>
                  <a:pt x="91984" y="5599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8641333" y="4598662"/>
            <a:ext cx="810525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4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Key Point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19007" y="4948467"/>
            <a:ext cx="3506586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9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of the two blocks </a:t>
            </a:r>
            <a:r>
              <a:rPr lang="en-US" sz="1209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</a:t>
            </a:r>
            <a:r>
              <a:rPr lang="en-US" sz="1209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executes!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Elseif for Multiple Conditions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17500" y="79375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15875" y="0"/>
                </a:moveTo>
                <a:lnTo>
                  <a:pt x="746125" y="0"/>
                </a:lnTo>
                <a:cubicBezTo>
                  <a:pt x="754887" y="0"/>
                  <a:pt x="762000" y="7113"/>
                  <a:pt x="762000" y="15875"/>
                </a:cubicBezTo>
                <a:lnTo>
                  <a:pt x="762000" y="15875"/>
                </a:lnTo>
                <a:cubicBezTo>
                  <a:pt x="762000" y="24637"/>
                  <a:pt x="754887" y="31750"/>
                  <a:pt x="746125" y="31750"/>
                </a:cubicBezTo>
                <a:lnTo>
                  <a:pt x="15875" y="31750"/>
                </a:lnTo>
                <a:cubicBezTo>
                  <a:pt x="7113" y="31750"/>
                  <a:pt x="0" y="24637"/>
                  <a:pt x="0" y="158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317500" y="1016000"/>
            <a:ext cx="8128000" cy="2873375"/>
          </a:xfrm>
          <a:custGeom>
            <a:avLst/>
            <a:gdLst/>
            <a:ahLst/>
            <a:cxnLst/>
            <a:rect l="l" t="t" r="r" b="b"/>
            <a:pathLst>
              <a:path w="8128000" h="2873375">
                <a:moveTo>
                  <a:pt x="127003" y="0"/>
                </a:moveTo>
                <a:lnTo>
                  <a:pt x="8000997" y="0"/>
                </a:lnTo>
                <a:cubicBezTo>
                  <a:pt x="8071139" y="0"/>
                  <a:pt x="8128000" y="56861"/>
                  <a:pt x="8128000" y="127003"/>
                </a:cubicBezTo>
                <a:lnTo>
                  <a:pt x="8128000" y="2746372"/>
                </a:lnTo>
                <a:cubicBezTo>
                  <a:pt x="8128000" y="2816514"/>
                  <a:pt x="8071139" y="2873375"/>
                  <a:pt x="8000997" y="2873375"/>
                </a:cubicBezTo>
                <a:lnTo>
                  <a:pt x="127003" y="2873375"/>
                </a:lnTo>
                <a:cubicBezTo>
                  <a:pt x="56861" y="2873375"/>
                  <a:pt x="0" y="2816514"/>
                  <a:pt x="0" y="2746372"/>
                </a:cubicBezTo>
                <a:lnTo>
                  <a:pt x="0" y="127003"/>
                </a:lnTo>
                <a:cubicBezTo>
                  <a:pt x="0" y="56908"/>
                  <a:pt x="56908" y="0"/>
                  <a:pt x="127003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524867" y="1214438"/>
            <a:ext cx="267891" cy="238125"/>
          </a:xfrm>
          <a:custGeom>
            <a:avLst/>
            <a:gdLst/>
            <a:ahLst/>
            <a:cxnLst/>
            <a:rect l="l" t="t" r="r" b="b"/>
            <a:pathLst>
              <a:path w="267891" h="238125">
                <a:moveTo>
                  <a:pt x="167804" y="558"/>
                </a:moveTo>
                <a:cubicBezTo>
                  <a:pt x="159897" y="-1721"/>
                  <a:pt x="151665" y="2884"/>
                  <a:pt x="149386" y="10790"/>
                </a:cubicBezTo>
                <a:lnTo>
                  <a:pt x="89855" y="219149"/>
                </a:lnTo>
                <a:cubicBezTo>
                  <a:pt x="87576" y="227056"/>
                  <a:pt x="92180" y="235288"/>
                  <a:pt x="100087" y="237567"/>
                </a:cubicBezTo>
                <a:cubicBezTo>
                  <a:pt x="107993" y="239846"/>
                  <a:pt x="116225" y="235241"/>
                  <a:pt x="118504" y="227335"/>
                </a:cubicBezTo>
                <a:lnTo>
                  <a:pt x="178036" y="18976"/>
                </a:lnTo>
                <a:cubicBezTo>
                  <a:pt x="180315" y="11069"/>
                  <a:pt x="175710" y="2837"/>
                  <a:pt x="167804" y="558"/>
                </a:cubicBezTo>
                <a:close/>
                <a:moveTo>
                  <a:pt x="197848" y="63857"/>
                </a:moveTo>
                <a:cubicBezTo>
                  <a:pt x="192035" y="69670"/>
                  <a:pt x="192035" y="79111"/>
                  <a:pt x="197848" y="84925"/>
                </a:cubicBezTo>
                <a:lnTo>
                  <a:pt x="231986" y="119062"/>
                </a:lnTo>
                <a:lnTo>
                  <a:pt x="197848" y="153200"/>
                </a:lnTo>
                <a:cubicBezTo>
                  <a:pt x="192035" y="159014"/>
                  <a:pt x="192035" y="168455"/>
                  <a:pt x="197848" y="174268"/>
                </a:cubicBezTo>
                <a:cubicBezTo>
                  <a:pt x="203662" y="180082"/>
                  <a:pt x="213103" y="180082"/>
                  <a:pt x="218917" y="174268"/>
                </a:cubicBezTo>
                <a:lnTo>
                  <a:pt x="263565" y="129620"/>
                </a:lnTo>
                <a:cubicBezTo>
                  <a:pt x="269379" y="123806"/>
                  <a:pt x="269379" y="114365"/>
                  <a:pt x="263565" y="108552"/>
                </a:cubicBezTo>
                <a:lnTo>
                  <a:pt x="218917" y="63903"/>
                </a:lnTo>
                <a:cubicBezTo>
                  <a:pt x="213103" y="58089"/>
                  <a:pt x="203662" y="58089"/>
                  <a:pt x="197848" y="63903"/>
                </a:cubicBezTo>
                <a:close/>
                <a:moveTo>
                  <a:pt x="70089" y="63857"/>
                </a:moveTo>
                <a:cubicBezTo>
                  <a:pt x="64275" y="58043"/>
                  <a:pt x="54834" y="58043"/>
                  <a:pt x="49020" y="63857"/>
                </a:cubicBezTo>
                <a:lnTo>
                  <a:pt x="4372" y="108505"/>
                </a:lnTo>
                <a:cubicBezTo>
                  <a:pt x="-1442" y="114319"/>
                  <a:pt x="-1442" y="123760"/>
                  <a:pt x="4372" y="129573"/>
                </a:cubicBezTo>
                <a:lnTo>
                  <a:pt x="49020" y="174222"/>
                </a:lnTo>
                <a:cubicBezTo>
                  <a:pt x="54834" y="180036"/>
                  <a:pt x="64275" y="180036"/>
                  <a:pt x="70089" y="174222"/>
                </a:cubicBezTo>
                <a:cubicBezTo>
                  <a:pt x="75902" y="168408"/>
                  <a:pt x="75902" y="158967"/>
                  <a:pt x="70089" y="153153"/>
                </a:cubicBezTo>
                <a:lnTo>
                  <a:pt x="35951" y="119062"/>
                </a:lnTo>
                <a:lnTo>
                  <a:pt x="70042" y="84925"/>
                </a:lnTo>
                <a:cubicBezTo>
                  <a:pt x="75856" y="79111"/>
                  <a:pt x="75856" y="69670"/>
                  <a:pt x="70042" y="63857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900906" y="1206500"/>
            <a:ext cx="674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Syntax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8000" y="1587500"/>
            <a:ext cx="7747000" cy="2111375"/>
          </a:xfrm>
          <a:custGeom>
            <a:avLst/>
            <a:gdLst/>
            <a:ahLst/>
            <a:cxnLst/>
            <a:rect l="l" t="t" r="r" b="b"/>
            <a:pathLst>
              <a:path w="7747000" h="2111375">
                <a:moveTo>
                  <a:pt x="63510" y="0"/>
                </a:moveTo>
                <a:lnTo>
                  <a:pt x="7683490" y="0"/>
                </a:lnTo>
                <a:cubicBezTo>
                  <a:pt x="7718566" y="0"/>
                  <a:pt x="7747000" y="28434"/>
                  <a:pt x="7747000" y="63510"/>
                </a:cubicBezTo>
                <a:lnTo>
                  <a:pt x="7747000" y="2047865"/>
                </a:lnTo>
                <a:cubicBezTo>
                  <a:pt x="7747000" y="2082941"/>
                  <a:pt x="7718566" y="2111375"/>
                  <a:pt x="7683490" y="2111375"/>
                </a:cubicBezTo>
                <a:lnTo>
                  <a:pt x="63510" y="2111375"/>
                </a:lnTo>
                <a:cubicBezTo>
                  <a:pt x="28434" y="2111375"/>
                  <a:pt x="0" y="2082941"/>
                  <a:pt x="0" y="2047865"/>
                </a:cubicBezTo>
                <a:lnTo>
                  <a:pt x="0" y="63510"/>
                </a:lnTo>
                <a:cubicBezTo>
                  <a:pt x="0" y="28458"/>
                  <a:pt x="28458" y="0"/>
                  <a:pt x="63510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508000" y="1587500"/>
            <a:ext cx="7810500" cy="2111375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</a:t>
            </a:r>
            <a:r>
              <a:rPr lang="en-US" sz="100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condition1</a:t>
            </a: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code A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 </a:t>
            </a:r>
            <a:r>
              <a:rPr lang="en-US" sz="1000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elseif</a:t>
            </a: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</a:t>
            </a:r>
            <a:r>
              <a:rPr lang="en-US" sz="100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condition2</a:t>
            </a: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code B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 </a:t>
            </a:r>
            <a:r>
              <a:rPr lang="en-US" sz="1000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elseif</a:t>
            </a: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</a:t>
            </a:r>
            <a:r>
              <a:rPr lang="en-US" sz="100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condition3</a:t>
            </a: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code C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 </a:t>
            </a:r>
            <a:r>
              <a:rPr lang="en-US" sz="1000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else</a:t>
            </a: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default code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17500" y="4079875"/>
            <a:ext cx="8128000" cy="3540125"/>
          </a:xfrm>
          <a:custGeom>
            <a:avLst/>
            <a:gdLst/>
            <a:ahLst/>
            <a:cxnLst/>
            <a:rect l="l" t="t" r="r" b="b"/>
            <a:pathLst>
              <a:path w="8128000" h="3540125">
                <a:moveTo>
                  <a:pt x="126984" y="0"/>
                </a:moveTo>
                <a:lnTo>
                  <a:pt x="8001016" y="0"/>
                </a:lnTo>
                <a:cubicBezTo>
                  <a:pt x="8071147" y="0"/>
                  <a:pt x="8128000" y="56853"/>
                  <a:pt x="8128000" y="126984"/>
                </a:cubicBezTo>
                <a:lnTo>
                  <a:pt x="8128000" y="3413141"/>
                </a:lnTo>
                <a:cubicBezTo>
                  <a:pt x="8128000" y="3483272"/>
                  <a:pt x="8071147" y="3540125"/>
                  <a:pt x="8001016" y="3540125"/>
                </a:cubicBezTo>
                <a:lnTo>
                  <a:pt x="126984" y="3540125"/>
                </a:lnTo>
                <a:cubicBezTo>
                  <a:pt x="56853" y="3540125"/>
                  <a:pt x="0" y="3483272"/>
                  <a:pt x="0" y="3413141"/>
                </a:cubicBezTo>
                <a:lnTo>
                  <a:pt x="0" y="126984"/>
                </a:lnTo>
                <a:cubicBezTo>
                  <a:pt x="0" y="56853"/>
                  <a:pt x="56853" y="0"/>
                  <a:pt x="126984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0" name="Shape 8"/>
          <p:cNvSpPr/>
          <p:nvPr/>
        </p:nvSpPr>
        <p:spPr>
          <a:xfrm>
            <a:off x="524867" y="4278313"/>
            <a:ext cx="267891" cy="238125"/>
          </a:xfrm>
          <a:custGeom>
            <a:avLst/>
            <a:gdLst/>
            <a:ahLst/>
            <a:cxnLst/>
            <a:rect l="l" t="t" r="r" b="b"/>
            <a:pathLst>
              <a:path w="267891" h="238125">
                <a:moveTo>
                  <a:pt x="22324" y="91064"/>
                </a:moveTo>
                <a:lnTo>
                  <a:pt x="119621" y="131108"/>
                </a:lnTo>
                <a:cubicBezTo>
                  <a:pt x="124178" y="132969"/>
                  <a:pt x="129015" y="133945"/>
                  <a:pt x="133945" y="133945"/>
                </a:cubicBezTo>
                <a:cubicBezTo>
                  <a:pt x="138875" y="133945"/>
                  <a:pt x="143712" y="132969"/>
                  <a:pt x="148270" y="131108"/>
                </a:cubicBezTo>
                <a:lnTo>
                  <a:pt x="261007" y="84693"/>
                </a:lnTo>
                <a:cubicBezTo>
                  <a:pt x="265193" y="82972"/>
                  <a:pt x="267891" y="78925"/>
                  <a:pt x="267891" y="74414"/>
                </a:cubicBezTo>
                <a:cubicBezTo>
                  <a:pt x="267891" y="69903"/>
                  <a:pt x="265193" y="65856"/>
                  <a:pt x="261007" y="64136"/>
                </a:cubicBezTo>
                <a:lnTo>
                  <a:pt x="148270" y="17720"/>
                </a:lnTo>
                <a:cubicBezTo>
                  <a:pt x="143712" y="15859"/>
                  <a:pt x="138875" y="14883"/>
                  <a:pt x="133945" y="14883"/>
                </a:cubicBezTo>
                <a:cubicBezTo>
                  <a:pt x="129015" y="14883"/>
                  <a:pt x="124178" y="15859"/>
                  <a:pt x="119621" y="17720"/>
                </a:cubicBezTo>
                <a:lnTo>
                  <a:pt x="6883" y="64136"/>
                </a:lnTo>
                <a:cubicBezTo>
                  <a:pt x="2698" y="65856"/>
                  <a:pt x="0" y="69903"/>
                  <a:pt x="0" y="74414"/>
                </a:cubicBezTo>
                <a:lnTo>
                  <a:pt x="0" y="212080"/>
                </a:lnTo>
                <a:cubicBezTo>
                  <a:pt x="0" y="218266"/>
                  <a:pt x="4976" y="223242"/>
                  <a:pt x="11162" y="223242"/>
                </a:cubicBezTo>
                <a:cubicBezTo>
                  <a:pt x="17348" y="223242"/>
                  <a:pt x="22324" y="218266"/>
                  <a:pt x="22324" y="212080"/>
                </a:cubicBezTo>
                <a:lnTo>
                  <a:pt x="22324" y="91064"/>
                </a:lnTo>
                <a:close/>
                <a:moveTo>
                  <a:pt x="44648" y="124411"/>
                </a:moveTo>
                <a:lnTo>
                  <a:pt x="44648" y="178594"/>
                </a:lnTo>
                <a:cubicBezTo>
                  <a:pt x="44648" y="203243"/>
                  <a:pt x="84646" y="223242"/>
                  <a:pt x="133945" y="223242"/>
                </a:cubicBezTo>
                <a:cubicBezTo>
                  <a:pt x="183245" y="223242"/>
                  <a:pt x="223242" y="203243"/>
                  <a:pt x="223242" y="178594"/>
                </a:cubicBezTo>
                <a:lnTo>
                  <a:pt x="223242" y="124365"/>
                </a:lnTo>
                <a:lnTo>
                  <a:pt x="156781" y="151758"/>
                </a:lnTo>
                <a:cubicBezTo>
                  <a:pt x="149526" y="154735"/>
                  <a:pt x="141805" y="156270"/>
                  <a:pt x="133945" y="156270"/>
                </a:cubicBezTo>
                <a:cubicBezTo>
                  <a:pt x="126085" y="156270"/>
                  <a:pt x="118365" y="154735"/>
                  <a:pt x="111109" y="151758"/>
                </a:cubicBezTo>
                <a:lnTo>
                  <a:pt x="44648" y="124365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900906" y="4270375"/>
            <a:ext cx="221456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Example: Grading System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8000" y="4651375"/>
            <a:ext cx="7747000" cy="2238375"/>
          </a:xfrm>
          <a:custGeom>
            <a:avLst/>
            <a:gdLst/>
            <a:ahLst/>
            <a:cxnLst/>
            <a:rect l="l" t="t" r="r" b="b"/>
            <a:pathLst>
              <a:path w="7747000" h="2238375">
                <a:moveTo>
                  <a:pt x="63503" y="0"/>
                </a:moveTo>
                <a:lnTo>
                  <a:pt x="7683497" y="0"/>
                </a:lnTo>
                <a:cubicBezTo>
                  <a:pt x="7718569" y="0"/>
                  <a:pt x="7747000" y="28431"/>
                  <a:pt x="7747000" y="63503"/>
                </a:cubicBezTo>
                <a:lnTo>
                  <a:pt x="7747000" y="2174872"/>
                </a:lnTo>
                <a:cubicBezTo>
                  <a:pt x="7747000" y="2209944"/>
                  <a:pt x="7718569" y="2238375"/>
                  <a:pt x="7683497" y="2238375"/>
                </a:cubicBezTo>
                <a:lnTo>
                  <a:pt x="63503" y="2238375"/>
                </a:lnTo>
                <a:cubicBezTo>
                  <a:pt x="28431" y="2238375"/>
                  <a:pt x="0" y="2209944"/>
                  <a:pt x="0" y="2174872"/>
                </a:cubicBezTo>
                <a:lnTo>
                  <a:pt x="0" y="63503"/>
                </a:lnTo>
                <a:cubicBezTo>
                  <a:pt x="0" y="28431"/>
                  <a:pt x="28431" y="0"/>
                  <a:pt x="63503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508000" y="4651375"/>
            <a:ext cx="7802563" cy="2238375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$score</a:t>
            </a:r>
            <a:r>
              <a:rPr lang="en-US" sz="875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=</a:t>
            </a:r>
            <a:r>
              <a:rPr lang="en-US" sz="875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85</a:t>
            </a:r>
            <a:r>
              <a:rPr lang="en-US" sz="875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if</a:t>
            </a:r>
            <a:r>
              <a:rPr lang="en-US" sz="875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</a:t>
            </a:r>
            <a:r>
              <a:rPr lang="en-US" sz="875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$score</a:t>
            </a:r>
            <a:r>
              <a:rPr lang="en-US" sz="875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&gt;=</a:t>
            </a:r>
            <a:r>
              <a:rPr lang="en-US" sz="875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90</a:t>
            </a:r>
            <a:r>
              <a:rPr lang="en-US" sz="875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echo</a:t>
            </a:r>
            <a:r>
              <a:rPr lang="en-US" sz="875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"Grade A 🌟"</a:t>
            </a:r>
            <a:r>
              <a:rPr lang="en-US" sz="875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 </a:t>
            </a:r>
            <a:r>
              <a:rPr lang="en-US" sz="875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elseif</a:t>
            </a:r>
            <a:r>
              <a:rPr lang="en-US" sz="875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</a:t>
            </a:r>
            <a:r>
              <a:rPr lang="en-US" sz="875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$score</a:t>
            </a:r>
            <a:r>
              <a:rPr lang="en-US" sz="875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&gt;=</a:t>
            </a:r>
            <a:r>
              <a:rPr lang="en-US" sz="875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80</a:t>
            </a:r>
            <a:r>
              <a:rPr lang="en-US" sz="875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echo</a:t>
            </a:r>
            <a:r>
              <a:rPr lang="en-US" sz="875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"Grade B 👍"</a:t>
            </a:r>
            <a:r>
              <a:rPr lang="en-US" sz="875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 </a:t>
            </a:r>
            <a:r>
              <a:rPr lang="en-US" sz="875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elseif</a:t>
            </a:r>
            <a:r>
              <a:rPr lang="en-US" sz="875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</a:t>
            </a:r>
            <a:r>
              <a:rPr lang="en-US" sz="875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$score</a:t>
            </a:r>
            <a:r>
              <a:rPr lang="en-US" sz="875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&gt;=</a:t>
            </a:r>
            <a:r>
              <a:rPr lang="en-US" sz="875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70</a:t>
            </a:r>
            <a:r>
              <a:rPr lang="en-US" sz="875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echo</a:t>
            </a:r>
            <a:r>
              <a:rPr lang="en-US" sz="875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"Grade C 📖"</a:t>
            </a:r>
            <a:r>
              <a:rPr lang="en-US" sz="875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 </a:t>
            </a:r>
            <a:r>
              <a:rPr lang="en-US" sz="875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else</a:t>
            </a:r>
            <a:r>
              <a:rPr lang="en-US" sz="875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echo</a:t>
            </a:r>
            <a:r>
              <a:rPr lang="en-US" sz="875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"Grade D 📚"</a:t>
            </a:r>
            <a:r>
              <a:rPr lang="en-US" sz="875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23875" y="7018734"/>
            <a:ext cx="7731125" cy="412750"/>
          </a:xfrm>
          <a:custGeom>
            <a:avLst/>
            <a:gdLst/>
            <a:ahLst/>
            <a:cxnLst/>
            <a:rect l="l" t="t" r="r" b="b"/>
            <a:pathLst>
              <a:path w="7731125" h="412750">
                <a:moveTo>
                  <a:pt x="31750" y="0"/>
                </a:moveTo>
                <a:lnTo>
                  <a:pt x="7667623" y="0"/>
                </a:lnTo>
                <a:cubicBezTo>
                  <a:pt x="7702694" y="0"/>
                  <a:pt x="7731125" y="28431"/>
                  <a:pt x="7731125" y="63502"/>
                </a:cubicBezTo>
                <a:lnTo>
                  <a:pt x="7731125" y="349248"/>
                </a:lnTo>
                <a:cubicBezTo>
                  <a:pt x="7731125" y="384319"/>
                  <a:pt x="7702694" y="412750"/>
                  <a:pt x="7667623" y="412750"/>
                </a:cubicBezTo>
                <a:lnTo>
                  <a:pt x="31750" y="412750"/>
                </a:lnTo>
                <a:cubicBezTo>
                  <a:pt x="14227" y="412750"/>
                  <a:pt x="0" y="398523"/>
                  <a:pt x="0" y="381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B5CF6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23875" y="7018734"/>
            <a:ext cx="31750" cy="412750"/>
          </a:xfrm>
          <a:custGeom>
            <a:avLst/>
            <a:gdLst/>
            <a:ahLst/>
            <a:cxnLst/>
            <a:rect l="l" t="t" r="r" b="b"/>
            <a:pathLst>
              <a:path w="31750" h="412750">
                <a:moveTo>
                  <a:pt x="31750" y="0"/>
                </a:moveTo>
                <a:lnTo>
                  <a:pt x="31750" y="0"/>
                </a:lnTo>
                <a:lnTo>
                  <a:pt x="31750" y="412750"/>
                </a:lnTo>
                <a:lnTo>
                  <a:pt x="31750" y="412750"/>
                </a:lnTo>
                <a:cubicBezTo>
                  <a:pt x="14227" y="412750"/>
                  <a:pt x="0" y="398523"/>
                  <a:pt x="0" y="3810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635000" y="7113984"/>
            <a:ext cx="7596187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8B5C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✅ Output: Grade B 👍 (85 &gt;= 80)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699500" y="1016000"/>
            <a:ext cx="3175000" cy="6604000"/>
          </a:xfrm>
          <a:custGeom>
            <a:avLst/>
            <a:gdLst/>
            <a:ahLst/>
            <a:cxnLst/>
            <a:rect l="l" t="t" r="r" b="b"/>
            <a:pathLst>
              <a:path w="3175000" h="6604000">
                <a:moveTo>
                  <a:pt x="127000" y="0"/>
                </a:moveTo>
                <a:lnTo>
                  <a:pt x="3048000" y="0"/>
                </a:lnTo>
                <a:cubicBezTo>
                  <a:pt x="3118093" y="0"/>
                  <a:pt x="3175000" y="56907"/>
                  <a:pt x="3175000" y="127000"/>
                </a:cubicBezTo>
                <a:lnTo>
                  <a:pt x="3175000" y="6477000"/>
                </a:lnTo>
                <a:cubicBezTo>
                  <a:pt x="3175000" y="6547093"/>
                  <a:pt x="3118093" y="6604000"/>
                  <a:pt x="3048000" y="6604000"/>
                </a:cubicBezTo>
                <a:lnTo>
                  <a:pt x="127000" y="6604000"/>
                </a:lnTo>
                <a:cubicBezTo>
                  <a:pt x="56907" y="6604000"/>
                  <a:pt x="0" y="6547093"/>
                  <a:pt x="0" y="6477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8" name="Text 16"/>
          <p:cNvSpPr/>
          <p:nvPr/>
        </p:nvSpPr>
        <p:spPr>
          <a:xfrm>
            <a:off x="8842375" y="1206500"/>
            <a:ext cx="2889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Grade Scale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905875" y="1587500"/>
            <a:ext cx="2778125" cy="571500"/>
          </a:xfrm>
          <a:custGeom>
            <a:avLst/>
            <a:gdLst/>
            <a:ahLst/>
            <a:cxnLst/>
            <a:rect l="l" t="t" r="r" b="b"/>
            <a:pathLst>
              <a:path w="2778125" h="571500">
                <a:moveTo>
                  <a:pt x="31750" y="0"/>
                </a:moveTo>
                <a:lnTo>
                  <a:pt x="2714626" y="0"/>
                </a:lnTo>
                <a:cubicBezTo>
                  <a:pt x="2749695" y="0"/>
                  <a:pt x="2778125" y="28430"/>
                  <a:pt x="2778125" y="63499"/>
                </a:cubicBezTo>
                <a:lnTo>
                  <a:pt x="2778125" y="508001"/>
                </a:lnTo>
                <a:cubicBezTo>
                  <a:pt x="2778125" y="543070"/>
                  <a:pt x="2749695" y="571500"/>
                  <a:pt x="2714626" y="571500"/>
                </a:cubicBez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2C55E">
              <a:alpha val="1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905875" y="1587500"/>
            <a:ext cx="31750" cy="571500"/>
          </a:xfrm>
          <a:custGeom>
            <a:avLst/>
            <a:gdLst/>
            <a:ahLst/>
            <a:cxnLst/>
            <a:rect l="l" t="t" r="r" b="b"/>
            <a:pathLst>
              <a:path w="31750" h="571500">
                <a:moveTo>
                  <a:pt x="31750" y="0"/>
                </a:moveTo>
                <a:lnTo>
                  <a:pt x="31750" y="0"/>
                </a:lnTo>
                <a:lnTo>
                  <a:pt x="31750" y="571500"/>
                </a:ln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21" name="Shape 19"/>
          <p:cNvSpPr/>
          <p:nvPr/>
        </p:nvSpPr>
        <p:spPr>
          <a:xfrm>
            <a:off x="9017000" y="16827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9156486" y="1762125"/>
            <a:ext cx="182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493250" y="1682750"/>
            <a:ext cx="682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22C55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90-100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493250" y="1905000"/>
            <a:ext cx="66675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Excellent 🌟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905875" y="2254250"/>
            <a:ext cx="2778125" cy="571500"/>
          </a:xfrm>
          <a:custGeom>
            <a:avLst/>
            <a:gdLst/>
            <a:ahLst/>
            <a:cxnLst/>
            <a:rect l="l" t="t" r="r" b="b"/>
            <a:pathLst>
              <a:path w="2778125" h="571500">
                <a:moveTo>
                  <a:pt x="31750" y="0"/>
                </a:moveTo>
                <a:lnTo>
                  <a:pt x="2714626" y="0"/>
                </a:lnTo>
                <a:cubicBezTo>
                  <a:pt x="2749695" y="0"/>
                  <a:pt x="2778125" y="28430"/>
                  <a:pt x="2778125" y="63499"/>
                </a:cubicBezTo>
                <a:lnTo>
                  <a:pt x="2778125" y="508001"/>
                </a:lnTo>
                <a:cubicBezTo>
                  <a:pt x="2778125" y="543070"/>
                  <a:pt x="2749695" y="571500"/>
                  <a:pt x="2714626" y="571500"/>
                </a:cubicBez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B82F6">
              <a:alpha val="1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8905875" y="2254250"/>
            <a:ext cx="31750" cy="571500"/>
          </a:xfrm>
          <a:custGeom>
            <a:avLst/>
            <a:gdLst/>
            <a:ahLst/>
            <a:cxnLst/>
            <a:rect l="l" t="t" r="r" b="b"/>
            <a:pathLst>
              <a:path w="31750" h="571500">
                <a:moveTo>
                  <a:pt x="31750" y="0"/>
                </a:moveTo>
                <a:lnTo>
                  <a:pt x="31750" y="0"/>
                </a:lnTo>
                <a:lnTo>
                  <a:pt x="31750" y="571500"/>
                </a:ln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7" name="Shape 25"/>
          <p:cNvSpPr/>
          <p:nvPr/>
        </p:nvSpPr>
        <p:spPr>
          <a:xfrm>
            <a:off x="9017000" y="2349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9163100" y="2428875"/>
            <a:ext cx="166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493250" y="2349500"/>
            <a:ext cx="515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80-89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493250" y="2571750"/>
            <a:ext cx="5000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Good 👍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905875" y="2921000"/>
            <a:ext cx="2778125" cy="571500"/>
          </a:xfrm>
          <a:custGeom>
            <a:avLst/>
            <a:gdLst/>
            <a:ahLst/>
            <a:cxnLst/>
            <a:rect l="l" t="t" r="r" b="b"/>
            <a:pathLst>
              <a:path w="2778125" h="571500">
                <a:moveTo>
                  <a:pt x="31750" y="0"/>
                </a:moveTo>
                <a:lnTo>
                  <a:pt x="2714626" y="0"/>
                </a:lnTo>
                <a:cubicBezTo>
                  <a:pt x="2749695" y="0"/>
                  <a:pt x="2778125" y="28430"/>
                  <a:pt x="2778125" y="63499"/>
                </a:cubicBezTo>
                <a:lnTo>
                  <a:pt x="2778125" y="508001"/>
                </a:lnTo>
                <a:cubicBezTo>
                  <a:pt x="2778125" y="543070"/>
                  <a:pt x="2749695" y="571500"/>
                  <a:pt x="2714626" y="571500"/>
                </a:cubicBez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905875" y="2921000"/>
            <a:ext cx="31750" cy="571500"/>
          </a:xfrm>
          <a:custGeom>
            <a:avLst/>
            <a:gdLst/>
            <a:ahLst/>
            <a:cxnLst/>
            <a:rect l="l" t="t" r="r" b="b"/>
            <a:pathLst>
              <a:path w="31750" h="571500">
                <a:moveTo>
                  <a:pt x="31750" y="0"/>
                </a:moveTo>
                <a:lnTo>
                  <a:pt x="31750" y="0"/>
                </a:lnTo>
                <a:lnTo>
                  <a:pt x="31750" y="571500"/>
                </a:ln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3" name="Shape 31"/>
          <p:cNvSpPr/>
          <p:nvPr/>
        </p:nvSpPr>
        <p:spPr>
          <a:xfrm>
            <a:off x="9017000" y="30162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9156486" y="3095625"/>
            <a:ext cx="1825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493250" y="3016250"/>
            <a:ext cx="65087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70-79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493250" y="3238500"/>
            <a:ext cx="635000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Average 📖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8905875" y="3587750"/>
            <a:ext cx="2778125" cy="571500"/>
          </a:xfrm>
          <a:custGeom>
            <a:avLst/>
            <a:gdLst/>
            <a:ahLst/>
            <a:cxnLst/>
            <a:rect l="l" t="t" r="r" b="b"/>
            <a:pathLst>
              <a:path w="2778125" h="571500">
                <a:moveTo>
                  <a:pt x="31750" y="0"/>
                </a:moveTo>
                <a:lnTo>
                  <a:pt x="2714626" y="0"/>
                </a:lnTo>
                <a:cubicBezTo>
                  <a:pt x="2749695" y="0"/>
                  <a:pt x="2778125" y="28430"/>
                  <a:pt x="2778125" y="63499"/>
                </a:cubicBezTo>
                <a:lnTo>
                  <a:pt x="2778125" y="508001"/>
                </a:lnTo>
                <a:cubicBezTo>
                  <a:pt x="2778125" y="543070"/>
                  <a:pt x="2749695" y="571500"/>
                  <a:pt x="2714626" y="571500"/>
                </a:cubicBez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F4444">
              <a:alpha val="10196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8905875" y="3587750"/>
            <a:ext cx="31750" cy="571500"/>
          </a:xfrm>
          <a:custGeom>
            <a:avLst/>
            <a:gdLst/>
            <a:ahLst/>
            <a:cxnLst/>
            <a:rect l="l" t="t" r="r" b="b"/>
            <a:pathLst>
              <a:path w="31750" h="571500">
                <a:moveTo>
                  <a:pt x="31750" y="0"/>
                </a:moveTo>
                <a:lnTo>
                  <a:pt x="31750" y="0"/>
                </a:lnTo>
                <a:lnTo>
                  <a:pt x="31750" y="571500"/>
                </a:lnTo>
                <a:lnTo>
                  <a:pt x="31750" y="571500"/>
                </a:lnTo>
                <a:cubicBezTo>
                  <a:pt x="14227" y="571500"/>
                  <a:pt x="0" y="557273"/>
                  <a:pt x="0" y="539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39" name="Shape 37"/>
          <p:cNvSpPr/>
          <p:nvPr/>
        </p:nvSpPr>
        <p:spPr>
          <a:xfrm>
            <a:off x="9017000" y="3683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40" name="Text 38"/>
          <p:cNvSpPr/>
          <p:nvPr/>
        </p:nvSpPr>
        <p:spPr>
          <a:xfrm>
            <a:off x="9151607" y="3762375"/>
            <a:ext cx="19050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9493250" y="3683000"/>
            <a:ext cx="857250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F4444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Below 70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493250" y="3905250"/>
            <a:ext cx="84137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Needs Work 📚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74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Switch Statement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17500" y="793750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15875" y="0"/>
                </a:moveTo>
                <a:lnTo>
                  <a:pt x="746125" y="0"/>
                </a:lnTo>
                <a:cubicBezTo>
                  <a:pt x="754887" y="0"/>
                  <a:pt x="762000" y="7113"/>
                  <a:pt x="762000" y="15875"/>
                </a:cubicBezTo>
                <a:lnTo>
                  <a:pt x="762000" y="15875"/>
                </a:lnTo>
                <a:cubicBezTo>
                  <a:pt x="762000" y="24637"/>
                  <a:pt x="754887" y="31750"/>
                  <a:pt x="746125" y="31750"/>
                </a:cubicBezTo>
                <a:lnTo>
                  <a:pt x="15875" y="31750"/>
                </a:lnTo>
                <a:cubicBezTo>
                  <a:pt x="7113" y="31750"/>
                  <a:pt x="0" y="24637"/>
                  <a:pt x="0" y="15875"/>
                </a:cubicBezTo>
                <a:lnTo>
                  <a:pt x="0" y="15875"/>
                </a:lnTo>
                <a:cubicBezTo>
                  <a:pt x="0" y="7113"/>
                  <a:pt x="7113" y="0"/>
                  <a:pt x="15875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317500" y="1016000"/>
            <a:ext cx="8128000" cy="3079750"/>
          </a:xfrm>
          <a:custGeom>
            <a:avLst/>
            <a:gdLst/>
            <a:ahLst/>
            <a:cxnLst/>
            <a:rect l="l" t="t" r="r" b="b"/>
            <a:pathLst>
              <a:path w="8128000" h="3079750">
                <a:moveTo>
                  <a:pt x="127009" y="0"/>
                </a:moveTo>
                <a:lnTo>
                  <a:pt x="8000991" y="0"/>
                </a:lnTo>
                <a:cubicBezTo>
                  <a:pt x="8071136" y="0"/>
                  <a:pt x="8128000" y="56864"/>
                  <a:pt x="8128000" y="127009"/>
                </a:cubicBezTo>
                <a:lnTo>
                  <a:pt x="8128000" y="2952741"/>
                </a:lnTo>
                <a:cubicBezTo>
                  <a:pt x="8128000" y="3022886"/>
                  <a:pt x="8071136" y="3079750"/>
                  <a:pt x="8000991" y="3079750"/>
                </a:cubicBezTo>
                <a:lnTo>
                  <a:pt x="127009" y="3079750"/>
                </a:lnTo>
                <a:cubicBezTo>
                  <a:pt x="56864" y="3079750"/>
                  <a:pt x="0" y="3022886"/>
                  <a:pt x="0" y="2952741"/>
                </a:cubicBezTo>
                <a:lnTo>
                  <a:pt x="0" y="127009"/>
                </a:lnTo>
                <a:cubicBezTo>
                  <a:pt x="0" y="56864"/>
                  <a:pt x="56864" y="0"/>
                  <a:pt x="127009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524867" y="1214438"/>
            <a:ext cx="267891" cy="238125"/>
          </a:xfrm>
          <a:custGeom>
            <a:avLst/>
            <a:gdLst/>
            <a:ahLst/>
            <a:cxnLst/>
            <a:rect l="l" t="t" r="r" b="b"/>
            <a:pathLst>
              <a:path w="267891" h="238125">
                <a:moveTo>
                  <a:pt x="167804" y="558"/>
                </a:moveTo>
                <a:cubicBezTo>
                  <a:pt x="159897" y="-1721"/>
                  <a:pt x="151665" y="2884"/>
                  <a:pt x="149386" y="10790"/>
                </a:cubicBezTo>
                <a:lnTo>
                  <a:pt x="89855" y="219149"/>
                </a:lnTo>
                <a:cubicBezTo>
                  <a:pt x="87576" y="227056"/>
                  <a:pt x="92180" y="235288"/>
                  <a:pt x="100087" y="237567"/>
                </a:cubicBezTo>
                <a:cubicBezTo>
                  <a:pt x="107993" y="239846"/>
                  <a:pt x="116225" y="235241"/>
                  <a:pt x="118504" y="227335"/>
                </a:cubicBezTo>
                <a:lnTo>
                  <a:pt x="178036" y="18976"/>
                </a:lnTo>
                <a:cubicBezTo>
                  <a:pt x="180315" y="11069"/>
                  <a:pt x="175710" y="2837"/>
                  <a:pt x="167804" y="558"/>
                </a:cubicBezTo>
                <a:close/>
                <a:moveTo>
                  <a:pt x="197848" y="63857"/>
                </a:moveTo>
                <a:cubicBezTo>
                  <a:pt x="192035" y="69670"/>
                  <a:pt x="192035" y="79111"/>
                  <a:pt x="197848" y="84925"/>
                </a:cubicBezTo>
                <a:lnTo>
                  <a:pt x="231986" y="119062"/>
                </a:lnTo>
                <a:lnTo>
                  <a:pt x="197848" y="153200"/>
                </a:lnTo>
                <a:cubicBezTo>
                  <a:pt x="192035" y="159014"/>
                  <a:pt x="192035" y="168455"/>
                  <a:pt x="197848" y="174268"/>
                </a:cubicBezTo>
                <a:cubicBezTo>
                  <a:pt x="203662" y="180082"/>
                  <a:pt x="213103" y="180082"/>
                  <a:pt x="218917" y="174268"/>
                </a:cubicBezTo>
                <a:lnTo>
                  <a:pt x="263565" y="129620"/>
                </a:lnTo>
                <a:cubicBezTo>
                  <a:pt x="269379" y="123806"/>
                  <a:pt x="269379" y="114365"/>
                  <a:pt x="263565" y="108552"/>
                </a:cubicBezTo>
                <a:lnTo>
                  <a:pt x="218917" y="63903"/>
                </a:lnTo>
                <a:cubicBezTo>
                  <a:pt x="213103" y="58089"/>
                  <a:pt x="203662" y="58089"/>
                  <a:pt x="197848" y="63903"/>
                </a:cubicBezTo>
                <a:close/>
                <a:moveTo>
                  <a:pt x="70089" y="63857"/>
                </a:moveTo>
                <a:cubicBezTo>
                  <a:pt x="64275" y="58043"/>
                  <a:pt x="54834" y="58043"/>
                  <a:pt x="49020" y="63857"/>
                </a:cubicBezTo>
                <a:lnTo>
                  <a:pt x="4372" y="108505"/>
                </a:lnTo>
                <a:cubicBezTo>
                  <a:pt x="-1442" y="114319"/>
                  <a:pt x="-1442" y="123760"/>
                  <a:pt x="4372" y="129573"/>
                </a:cubicBezTo>
                <a:lnTo>
                  <a:pt x="49020" y="174222"/>
                </a:lnTo>
                <a:cubicBezTo>
                  <a:pt x="54834" y="180036"/>
                  <a:pt x="64275" y="180036"/>
                  <a:pt x="70089" y="174222"/>
                </a:cubicBezTo>
                <a:cubicBezTo>
                  <a:pt x="75902" y="168408"/>
                  <a:pt x="75902" y="158967"/>
                  <a:pt x="70089" y="153153"/>
                </a:cubicBezTo>
                <a:lnTo>
                  <a:pt x="35951" y="119062"/>
                </a:lnTo>
                <a:lnTo>
                  <a:pt x="70042" y="84925"/>
                </a:lnTo>
                <a:cubicBezTo>
                  <a:pt x="75856" y="79111"/>
                  <a:pt x="75856" y="69670"/>
                  <a:pt x="70042" y="63857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6" name="Text 4"/>
          <p:cNvSpPr/>
          <p:nvPr/>
        </p:nvSpPr>
        <p:spPr>
          <a:xfrm>
            <a:off x="900906" y="1206500"/>
            <a:ext cx="674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Syntax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8000" y="1587500"/>
            <a:ext cx="7747000" cy="2317750"/>
          </a:xfrm>
          <a:custGeom>
            <a:avLst/>
            <a:gdLst/>
            <a:ahLst/>
            <a:cxnLst/>
            <a:rect l="l" t="t" r="r" b="b"/>
            <a:pathLst>
              <a:path w="7747000" h="2317750">
                <a:moveTo>
                  <a:pt x="63506" y="0"/>
                </a:moveTo>
                <a:lnTo>
                  <a:pt x="7683494" y="0"/>
                </a:lnTo>
                <a:cubicBezTo>
                  <a:pt x="7718567" y="0"/>
                  <a:pt x="7747000" y="28433"/>
                  <a:pt x="7747000" y="63506"/>
                </a:cubicBezTo>
                <a:lnTo>
                  <a:pt x="7747000" y="2254244"/>
                </a:lnTo>
                <a:cubicBezTo>
                  <a:pt x="7747000" y="2289317"/>
                  <a:pt x="7718567" y="2317750"/>
                  <a:pt x="7683494" y="2317750"/>
                </a:cubicBezTo>
                <a:lnTo>
                  <a:pt x="63506" y="2317750"/>
                </a:lnTo>
                <a:cubicBezTo>
                  <a:pt x="28433" y="2317750"/>
                  <a:pt x="0" y="2289317"/>
                  <a:pt x="0" y="2254244"/>
                </a:cubicBezTo>
                <a:lnTo>
                  <a:pt x="0" y="63506"/>
                </a:lnTo>
                <a:cubicBezTo>
                  <a:pt x="0" y="28456"/>
                  <a:pt x="28456" y="0"/>
                  <a:pt x="63506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508000" y="1587500"/>
            <a:ext cx="7810500" cy="231775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switch</a:t>
            </a: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</a:t>
            </a:r>
            <a:r>
              <a:rPr lang="en-US" sz="100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$variable</a:t>
            </a: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case</a:t>
            </a:r>
            <a:r>
              <a:rPr lang="en-US" sz="1000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"value1"</a:t>
            </a: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code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break</a:t>
            </a: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case</a:t>
            </a:r>
            <a:r>
              <a:rPr lang="en-US" sz="1000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"value2"</a:t>
            </a: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code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break</a:t>
            </a: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default</a:t>
            </a: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default code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0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17500" y="4286250"/>
            <a:ext cx="8128000" cy="3182938"/>
          </a:xfrm>
          <a:custGeom>
            <a:avLst/>
            <a:gdLst/>
            <a:ahLst/>
            <a:cxnLst/>
            <a:rect l="l" t="t" r="r" b="b"/>
            <a:pathLst>
              <a:path w="8128000" h="3182938">
                <a:moveTo>
                  <a:pt x="126999" y="0"/>
                </a:moveTo>
                <a:lnTo>
                  <a:pt x="8001001" y="0"/>
                </a:lnTo>
                <a:cubicBezTo>
                  <a:pt x="8071141" y="0"/>
                  <a:pt x="8128000" y="56859"/>
                  <a:pt x="8128000" y="126999"/>
                </a:cubicBezTo>
                <a:lnTo>
                  <a:pt x="8128000" y="3055938"/>
                </a:lnTo>
                <a:cubicBezTo>
                  <a:pt x="8128000" y="3126078"/>
                  <a:pt x="8071141" y="3182938"/>
                  <a:pt x="8001001" y="3182938"/>
                </a:cubicBezTo>
                <a:lnTo>
                  <a:pt x="126999" y="3182938"/>
                </a:lnTo>
                <a:cubicBezTo>
                  <a:pt x="56859" y="3182938"/>
                  <a:pt x="0" y="3126078"/>
                  <a:pt x="0" y="3055938"/>
                </a:cubicBezTo>
                <a:lnTo>
                  <a:pt x="0" y="126999"/>
                </a:lnTo>
                <a:cubicBezTo>
                  <a:pt x="0" y="56906"/>
                  <a:pt x="56906" y="0"/>
                  <a:pt x="126999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0" name="Shape 8"/>
          <p:cNvSpPr/>
          <p:nvPr/>
        </p:nvSpPr>
        <p:spPr>
          <a:xfrm>
            <a:off x="554633" y="4484688"/>
            <a:ext cx="208359" cy="238125"/>
          </a:xfrm>
          <a:custGeom>
            <a:avLst/>
            <a:gdLst/>
            <a:ahLst/>
            <a:cxnLst/>
            <a:rect l="l" t="t" r="r" b="b"/>
            <a:pathLst>
              <a:path w="208359" h="238125">
                <a:moveTo>
                  <a:pt x="59531" y="0"/>
                </a:moveTo>
                <a:cubicBezTo>
                  <a:pt x="67763" y="0"/>
                  <a:pt x="74414" y="6651"/>
                  <a:pt x="74414" y="14883"/>
                </a:cubicBezTo>
                <a:lnTo>
                  <a:pt x="74414" y="29766"/>
                </a:lnTo>
                <a:lnTo>
                  <a:pt x="133945" y="29766"/>
                </a:lnTo>
                <a:lnTo>
                  <a:pt x="133945" y="14883"/>
                </a:lnTo>
                <a:cubicBezTo>
                  <a:pt x="133945" y="6651"/>
                  <a:pt x="140596" y="0"/>
                  <a:pt x="148828" y="0"/>
                </a:cubicBezTo>
                <a:cubicBezTo>
                  <a:pt x="157060" y="0"/>
                  <a:pt x="163711" y="6651"/>
                  <a:pt x="163711" y="14883"/>
                </a:cubicBezTo>
                <a:lnTo>
                  <a:pt x="163711" y="29766"/>
                </a:lnTo>
                <a:lnTo>
                  <a:pt x="178594" y="29766"/>
                </a:lnTo>
                <a:cubicBezTo>
                  <a:pt x="195011" y="29766"/>
                  <a:pt x="208359" y="43114"/>
                  <a:pt x="208359" y="59531"/>
                </a:cubicBezTo>
                <a:lnTo>
                  <a:pt x="208359" y="193477"/>
                </a:lnTo>
                <a:cubicBezTo>
                  <a:pt x="208359" y="209894"/>
                  <a:pt x="195011" y="223242"/>
                  <a:pt x="178594" y="223242"/>
                </a:cubicBezTo>
                <a:lnTo>
                  <a:pt x="29766" y="223242"/>
                </a:lnTo>
                <a:cubicBezTo>
                  <a:pt x="13348" y="223242"/>
                  <a:pt x="0" y="209894"/>
                  <a:pt x="0" y="193477"/>
                </a:cubicBezTo>
                <a:lnTo>
                  <a:pt x="0" y="59531"/>
                </a:lnTo>
                <a:cubicBezTo>
                  <a:pt x="0" y="43114"/>
                  <a:pt x="13348" y="29766"/>
                  <a:pt x="29766" y="29766"/>
                </a:cubicBezTo>
                <a:lnTo>
                  <a:pt x="44648" y="29766"/>
                </a:lnTo>
                <a:lnTo>
                  <a:pt x="44648" y="14883"/>
                </a:lnTo>
                <a:cubicBezTo>
                  <a:pt x="44648" y="6651"/>
                  <a:pt x="51299" y="0"/>
                  <a:pt x="59531" y="0"/>
                </a:cubicBezTo>
                <a:close/>
                <a:moveTo>
                  <a:pt x="29766" y="111621"/>
                </a:moveTo>
                <a:lnTo>
                  <a:pt x="29766" y="126504"/>
                </a:lnTo>
                <a:cubicBezTo>
                  <a:pt x="29766" y="130597"/>
                  <a:pt x="33114" y="133945"/>
                  <a:pt x="37207" y="133945"/>
                </a:cubicBezTo>
                <a:lnTo>
                  <a:pt x="52090" y="133945"/>
                </a:lnTo>
                <a:cubicBezTo>
                  <a:pt x="56183" y="133945"/>
                  <a:pt x="59531" y="130597"/>
                  <a:pt x="59531" y="126504"/>
                </a:cubicBezTo>
                <a:lnTo>
                  <a:pt x="59531" y="111621"/>
                </a:lnTo>
                <a:cubicBezTo>
                  <a:pt x="59531" y="107528"/>
                  <a:pt x="56183" y="104180"/>
                  <a:pt x="52090" y="104180"/>
                </a:cubicBezTo>
                <a:lnTo>
                  <a:pt x="37207" y="104180"/>
                </a:lnTo>
                <a:cubicBezTo>
                  <a:pt x="33114" y="104180"/>
                  <a:pt x="29766" y="107528"/>
                  <a:pt x="29766" y="111621"/>
                </a:cubicBezTo>
                <a:close/>
                <a:moveTo>
                  <a:pt x="89297" y="111621"/>
                </a:moveTo>
                <a:lnTo>
                  <a:pt x="89297" y="126504"/>
                </a:lnTo>
                <a:cubicBezTo>
                  <a:pt x="89297" y="130597"/>
                  <a:pt x="92646" y="133945"/>
                  <a:pt x="96738" y="133945"/>
                </a:cubicBezTo>
                <a:lnTo>
                  <a:pt x="111621" y="133945"/>
                </a:lnTo>
                <a:cubicBezTo>
                  <a:pt x="115714" y="133945"/>
                  <a:pt x="119062" y="130597"/>
                  <a:pt x="119062" y="126504"/>
                </a:cubicBezTo>
                <a:lnTo>
                  <a:pt x="119062" y="111621"/>
                </a:lnTo>
                <a:cubicBezTo>
                  <a:pt x="119062" y="107528"/>
                  <a:pt x="115714" y="104180"/>
                  <a:pt x="111621" y="104180"/>
                </a:cubicBezTo>
                <a:lnTo>
                  <a:pt x="96738" y="104180"/>
                </a:lnTo>
                <a:cubicBezTo>
                  <a:pt x="92646" y="104180"/>
                  <a:pt x="89297" y="107528"/>
                  <a:pt x="89297" y="111621"/>
                </a:cubicBezTo>
                <a:close/>
                <a:moveTo>
                  <a:pt x="156270" y="104180"/>
                </a:moveTo>
                <a:cubicBezTo>
                  <a:pt x="152177" y="104180"/>
                  <a:pt x="148828" y="107528"/>
                  <a:pt x="148828" y="111621"/>
                </a:cubicBezTo>
                <a:lnTo>
                  <a:pt x="148828" y="126504"/>
                </a:lnTo>
                <a:cubicBezTo>
                  <a:pt x="148828" y="130597"/>
                  <a:pt x="152177" y="133945"/>
                  <a:pt x="156270" y="133945"/>
                </a:cubicBezTo>
                <a:lnTo>
                  <a:pt x="171152" y="133945"/>
                </a:lnTo>
                <a:cubicBezTo>
                  <a:pt x="175245" y="133945"/>
                  <a:pt x="178594" y="130597"/>
                  <a:pt x="178594" y="126504"/>
                </a:cubicBezTo>
                <a:lnTo>
                  <a:pt x="178594" y="111621"/>
                </a:lnTo>
                <a:cubicBezTo>
                  <a:pt x="178594" y="107528"/>
                  <a:pt x="175245" y="104180"/>
                  <a:pt x="171152" y="104180"/>
                </a:cubicBezTo>
                <a:lnTo>
                  <a:pt x="156270" y="104180"/>
                </a:lnTo>
                <a:close/>
                <a:moveTo>
                  <a:pt x="29766" y="171152"/>
                </a:moveTo>
                <a:lnTo>
                  <a:pt x="29766" y="186035"/>
                </a:lnTo>
                <a:cubicBezTo>
                  <a:pt x="29766" y="190128"/>
                  <a:pt x="33114" y="193477"/>
                  <a:pt x="37207" y="193477"/>
                </a:cubicBezTo>
                <a:lnTo>
                  <a:pt x="52090" y="193477"/>
                </a:lnTo>
                <a:cubicBezTo>
                  <a:pt x="56183" y="193477"/>
                  <a:pt x="59531" y="190128"/>
                  <a:pt x="59531" y="186035"/>
                </a:cubicBezTo>
                <a:lnTo>
                  <a:pt x="59531" y="171152"/>
                </a:lnTo>
                <a:cubicBezTo>
                  <a:pt x="59531" y="167060"/>
                  <a:pt x="56183" y="163711"/>
                  <a:pt x="52090" y="163711"/>
                </a:cubicBezTo>
                <a:lnTo>
                  <a:pt x="37207" y="163711"/>
                </a:lnTo>
                <a:cubicBezTo>
                  <a:pt x="33114" y="163711"/>
                  <a:pt x="29766" y="167060"/>
                  <a:pt x="29766" y="171152"/>
                </a:cubicBezTo>
                <a:close/>
                <a:moveTo>
                  <a:pt x="96738" y="163711"/>
                </a:moveTo>
                <a:cubicBezTo>
                  <a:pt x="92646" y="163711"/>
                  <a:pt x="89297" y="167060"/>
                  <a:pt x="89297" y="171152"/>
                </a:cubicBezTo>
                <a:lnTo>
                  <a:pt x="89297" y="186035"/>
                </a:lnTo>
                <a:cubicBezTo>
                  <a:pt x="89297" y="190128"/>
                  <a:pt x="92646" y="193477"/>
                  <a:pt x="96738" y="193477"/>
                </a:cubicBezTo>
                <a:lnTo>
                  <a:pt x="111621" y="193477"/>
                </a:lnTo>
                <a:cubicBezTo>
                  <a:pt x="115714" y="193477"/>
                  <a:pt x="119062" y="190128"/>
                  <a:pt x="119062" y="186035"/>
                </a:cubicBezTo>
                <a:lnTo>
                  <a:pt x="119062" y="171152"/>
                </a:lnTo>
                <a:cubicBezTo>
                  <a:pt x="119062" y="167060"/>
                  <a:pt x="115714" y="163711"/>
                  <a:pt x="111621" y="163711"/>
                </a:cubicBezTo>
                <a:lnTo>
                  <a:pt x="96738" y="163711"/>
                </a:lnTo>
                <a:close/>
                <a:moveTo>
                  <a:pt x="148828" y="171152"/>
                </a:moveTo>
                <a:lnTo>
                  <a:pt x="148828" y="186035"/>
                </a:lnTo>
                <a:cubicBezTo>
                  <a:pt x="148828" y="190128"/>
                  <a:pt x="152177" y="193477"/>
                  <a:pt x="156270" y="193477"/>
                </a:cubicBezTo>
                <a:lnTo>
                  <a:pt x="171152" y="193477"/>
                </a:lnTo>
                <a:cubicBezTo>
                  <a:pt x="175245" y="193477"/>
                  <a:pt x="178594" y="190128"/>
                  <a:pt x="178594" y="186035"/>
                </a:cubicBezTo>
                <a:lnTo>
                  <a:pt x="178594" y="171152"/>
                </a:lnTo>
                <a:cubicBezTo>
                  <a:pt x="178594" y="167060"/>
                  <a:pt x="175245" y="163711"/>
                  <a:pt x="171152" y="163711"/>
                </a:cubicBezTo>
                <a:lnTo>
                  <a:pt x="156270" y="163711"/>
                </a:lnTo>
                <a:cubicBezTo>
                  <a:pt x="152177" y="163711"/>
                  <a:pt x="148828" y="167060"/>
                  <a:pt x="148828" y="171152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900906" y="4476750"/>
            <a:ext cx="20478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Example: Days of Week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8000" y="4857750"/>
            <a:ext cx="7747000" cy="2420938"/>
          </a:xfrm>
          <a:custGeom>
            <a:avLst/>
            <a:gdLst/>
            <a:ahLst/>
            <a:cxnLst/>
            <a:rect l="l" t="t" r="r" b="b"/>
            <a:pathLst>
              <a:path w="7747000" h="2420938">
                <a:moveTo>
                  <a:pt x="63501" y="0"/>
                </a:moveTo>
                <a:lnTo>
                  <a:pt x="7683499" y="0"/>
                </a:lnTo>
                <a:cubicBezTo>
                  <a:pt x="7718570" y="0"/>
                  <a:pt x="7747000" y="28430"/>
                  <a:pt x="7747000" y="63501"/>
                </a:cubicBezTo>
                <a:lnTo>
                  <a:pt x="7747000" y="2357436"/>
                </a:lnTo>
                <a:cubicBezTo>
                  <a:pt x="7747000" y="2392507"/>
                  <a:pt x="7718570" y="2420938"/>
                  <a:pt x="7683499" y="2420938"/>
                </a:cubicBezTo>
                <a:lnTo>
                  <a:pt x="63501" y="2420938"/>
                </a:lnTo>
                <a:cubicBezTo>
                  <a:pt x="28430" y="2420938"/>
                  <a:pt x="0" y="2392507"/>
                  <a:pt x="0" y="2357436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508000" y="4857750"/>
            <a:ext cx="7802563" cy="2420938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$day</a:t>
            </a:r>
            <a:r>
              <a:rPr lang="en-US" sz="875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=</a:t>
            </a:r>
            <a:r>
              <a:rPr lang="en-US" sz="875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"Monday"</a:t>
            </a:r>
            <a:r>
              <a:rPr lang="en-US" sz="875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switch</a:t>
            </a:r>
            <a:r>
              <a:rPr lang="en-US" sz="875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</a:t>
            </a:r>
            <a:r>
              <a:rPr lang="en-US" sz="875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$day</a:t>
            </a:r>
            <a:r>
              <a:rPr lang="en-US" sz="875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 {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case</a:t>
            </a:r>
            <a:r>
              <a:rPr lang="en-US" sz="875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"Monday"</a:t>
            </a:r>
            <a:r>
              <a:rPr lang="en-US" sz="875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echo</a:t>
            </a:r>
            <a:r>
              <a:rPr lang="en-US" sz="875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"Start of week! 💼"</a:t>
            </a:r>
            <a:r>
              <a:rPr lang="en-US" sz="875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break</a:t>
            </a:r>
            <a:r>
              <a:rPr lang="en-US" sz="875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case</a:t>
            </a:r>
            <a:r>
              <a:rPr lang="en-US" sz="875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"Friday"</a:t>
            </a:r>
            <a:r>
              <a:rPr lang="en-US" sz="875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echo</a:t>
            </a:r>
            <a:r>
              <a:rPr lang="en-US" sz="875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"Weekend coming! 🎉"</a:t>
            </a:r>
            <a:r>
              <a:rPr lang="en-US" sz="875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break</a:t>
            </a:r>
            <a:r>
              <a:rPr lang="en-US" sz="875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default</a:t>
            </a:r>
            <a:r>
              <a:rPr lang="en-US" sz="875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echo</a:t>
            </a:r>
            <a:r>
              <a:rPr lang="en-US" sz="875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"Regular day 📅"</a:t>
            </a:r>
            <a:r>
              <a:rPr lang="en-US" sz="875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875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}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699500" y="1016000"/>
            <a:ext cx="3175000" cy="3690937"/>
          </a:xfrm>
          <a:custGeom>
            <a:avLst/>
            <a:gdLst/>
            <a:ahLst/>
            <a:cxnLst/>
            <a:rect l="l" t="t" r="r" b="b"/>
            <a:pathLst>
              <a:path w="3175000" h="3690937">
                <a:moveTo>
                  <a:pt x="127000" y="0"/>
                </a:moveTo>
                <a:lnTo>
                  <a:pt x="3048000" y="0"/>
                </a:lnTo>
                <a:cubicBezTo>
                  <a:pt x="3118093" y="0"/>
                  <a:pt x="3175000" y="56907"/>
                  <a:pt x="3175000" y="127000"/>
                </a:cubicBezTo>
                <a:lnTo>
                  <a:pt x="3175000" y="3563938"/>
                </a:lnTo>
                <a:cubicBezTo>
                  <a:pt x="3175000" y="3634031"/>
                  <a:pt x="3118093" y="3690937"/>
                  <a:pt x="3048000" y="3690937"/>
                </a:cubicBezTo>
                <a:lnTo>
                  <a:pt x="127000" y="3690937"/>
                </a:lnTo>
                <a:cubicBezTo>
                  <a:pt x="56907" y="3690937"/>
                  <a:pt x="0" y="3634031"/>
                  <a:pt x="0" y="3563938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10000"/>
                </a:srgbClr>
              </a:gs>
              <a:gs pos="100000">
                <a:srgbClr val="8B5CF6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15" name="Shape 13"/>
          <p:cNvSpPr/>
          <p:nvPr/>
        </p:nvSpPr>
        <p:spPr>
          <a:xfrm>
            <a:off x="8951516" y="1214438"/>
            <a:ext cx="178594" cy="238125"/>
          </a:xfrm>
          <a:custGeom>
            <a:avLst/>
            <a:gdLst/>
            <a:ahLst/>
            <a:cxnLst/>
            <a:rect l="l" t="t" r="r" b="b"/>
            <a:pathLst>
              <a:path w="178594" h="238125">
                <a:moveTo>
                  <a:pt x="136224" y="178594"/>
                </a:moveTo>
                <a:cubicBezTo>
                  <a:pt x="139619" y="168222"/>
                  <a:pt x="146410" y="158828"/>
                  <a:pt x="154084" y="150735"/>
                </a:cubicBezTo>
                <a:cubicBezTo>
                  <a:pt x="169292" y="134736"/>
                  <a:pt x="178594" y="113109"/>
                  <a:pt x="178594" y="89297"/>
                </a:cubicBezTo>
                <a:cubicBezTo>
                  <a:pt x="178594" y="39998"/>
                  <a:pt x="138596" y="0"/>
                  <a:pt x="89297" y="0"/>
                </a:cubicBezTo>
                <a:cubicBezTo>
                  <a:pt x="39998" y="0"/>
                  <a:pt x="0" y="39998"/>
                  <a:pt x="0" y="89297"/>
                </a:cubicBezTo>
                <a:cubicBezTo>
                  <a:pt x="0" y="113109"/>
                  <a:pt x="9302" y="134736"/>
                  <a:pt x="24510" y="150735"/>
                </a:cubicBezTo>
                <a:cubicBezTo>
                  <a:pt x="32184" y="158828"/>
                  <a:pt x="39021" y="168222"/>
                  <a:pt x="42370" y="178594"/>
                </a:cubicBezTo>
                <a:lnTo>
                  <a:pt x="136178" y="178594"/>
                </a:lnTo>
                <a:close/>
                <a:moveTo>
                  <a:pt x="133945" y="200918"/>
                </a:moveTo>
                <a:lnTo>
                  <a:pt x="44648" y="200918"/>
                </a:lnTo>
                <a:lnTo>
                  <a:pt x="44648" y="208359"/>
                </a:lnTo>
                <a:cubicBezTo>
                  <a:pt x="44648" y="228916"/>
                  <a:pt x="61299" y="245566"/>
                  <a:pt x="81855" y="245566"/>
                </a:cubicBezTo>
                <a:lnTo>
                  <a:pt x="96738" y="245566"/>
                </a:lnTo>
                <a:cubicBezTo>
                  <a:pt x="117295" y="245566"/>
                  <a:pt x="133945" y="228916"/>
                  <a:pt x="133945" y="208359"/>
                </a:cubicBezTo>
                <a:lnTo>
                  <a:pt x="133945" y="200918"/>
                </a:lnTo>
                <a:close/>
                <a:moveTo>
                  <a:pt x="85576" y="52090"/>
                </a:moveTo>
                <a:cubicBezTo>
                  <a:pt x="67066" y="52090"/>
                  <a:pt x="52090" y="67066"/>
                  <a:pt x="52090" y="85576"/>
                </a:cubicBezTo>
                <a:cubicBezTo>
                  <a:pt x="52090" y="91762"/>
                  <a:pt x="47113" y="96738"/>
                  <a:pt x="40928" y="96738"/>
                </a:cubicBezTo>
                <a:cubicBezTo>
                  <a:pt x="34742" y="96738"/>
                  <a:pt x="29766" y="91762"/>
                  <a:pt x="29766" y="85576"/>
                </a:cubicBezTo>
                <a:cubicBezTo>
                  <a:pt x="29766" y="54741"/>
                  <a:pt x="54741" y="29766"/>
                  <a:pt x="85576" y="29766"/>
                </a:cubicBezTo>
                <a:cubicBezTo>
                  <a:pt x="91762" y="29766"/>
                  <a:pt x="96738" y="34742"/>
                  <a:pt x="96738" y="40928"/>
                </a:cubicBezTo>
                <a:cubicBezTo>
                  <a:pt x="96738" y="47113"/>
                  <a:pt x="91762" y="52090"/>
                  <a:pt x="85576" y="5209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9282906" y="1206500"/>
            <a:ext cx="1817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Real-World Analogy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890000" y="1587500"/>
            <a:ext cx="2794000" cy="1436688"/>
          </a:xfrm>
          <a:custGeom>
            <a:avLst/>
            <a:gdLst/>
            <a:ahLst/>
            <a:cxnLst/>
            <a:rect l="l" t="t" r="r" b="b"/>
            <a:pathLst>
              <a:path w="2794000" h="1436688">
                <a:moveTo>
                  <a:pt x="95252" y="0"/>
                </a:moveTo>
                <a:lnTo>
                  <a:pt x="2698748" y="0"/>
                </a:lnTo>
                <a:cubicBezTo>
                  <a:pt x="2751354" y="0"/>
                  <a:pt x="2794000" y="42646"/>
                  <a:pt x="2794000" y="95252"/>
                </a:cubicBezTo>
                <a:lnTo>
                  <a:pt x="2794000" y="1341435"/>
                </a:lnTo>
                <a:cubicBezTo>
                  <a:pt x="2794000" y="1394042"/>
                  <a:pt x="2751354" y="1436688"/>
                  <a:pt x="2698748" y="1436688"/>
                </a:cubicBezTo>
                <a:lnTo>
                  <a:pt x="95252" y="1436688"/>
                </a:lnTo>
                <a:cubicBezTo>
                  <a:pt x="42646" y="1436688"/>
                  <a:pt x="0" y="1394042"/>
                  <a:pt x="0" y="1341435"/>
                </a:cubicBezTo>
                <a:lnTo>
                  <a:pt x="0" y="95252"/>
                </a:lnTo>
                <a:cubicBezTo>
                  <a:pt x="0" y="42681"/>
                  <a:pt x="42681" y="0"/>
                  <a:pt x="9525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19063" dist="79375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0048875" y="1746250"/>
            <a:ext cx="476250" cy="476250"/>
          </a:xfrm>
          <a:custGeom>
            <a:avLst/>
            <a:gdLst/>
            <a:ahLst/>
            <a:cxnLst/>
            <a:rect l="l" t="t" r="r" b="b"/>
            <a:pathLst>
              <a:path w="476250" h="476250">
                <a:moveTo>
                  <a:pt x="59438" y="13395"/>
                </a:moveTo>
                <a:cubicBezTo>
                  <a:pt x="58694" y="5767"/>
                  <a:pt x="52276" y="0"/>
                  <a:pt x="44648" y="0"/>
                </a:cubicBezTo>
                <a:cubicBezTo>
                  <a:pt x="37021" y="0"/>
                  <a:pt x="30603" y="5767"/>
                  <a:pt x="29766" y="13302"/>
                </a:cubicBezTo>
                <a:lnTo>
                  <a:pt x="16650" y="139247"/>
                </a:lnTo>
                <a:cubicBezTo>
                  <a:pt x="15441" y="144828"/>
                  <a:pt x="14883" y="150502"/>
                  <a:pt x="14883" y="156177"/>
                </a:cubicBezTo>
                <a:cubicBezTo>
                  <a:pt x="14883" y="198872"/>
                  <a:pt x="47532" y="233939"/>
                  <a:pt x="89297" y="237753"/>
                </a:cubicBezTo>
                <a:lnTo>
                  <a:pt x="89297" y="446484"/>
                </a:lnTo>
                <a:cubicBezTo>
                  <a:pt x="89297" y="462948"/>
                  <a:pt x="102598" y="476250"/>
                  <a:pt x="119062" y="476250"/>
                </a:cubicBezTo>
                <a:cubicBezTo>
                  <a:pt x="135527" y="476250"/>
                  <a:pt x="148828" y="462948"/>
                  <a:pt x="148828" y="446484"/>
                </a:cubicBezTo>
                <a:lnTo>
                  <a:pt x="148828" y="237753"/>
                </a:lnTo>
                <a:cubicBezTo>
                  <a:pt x="190593" y="233939"/>
                  <a:pt x="223242" y="198872"/>
                  <a:pt x="223242" y="156177"/>
                </a:cubicBezTo>
                <a:cubicBezTo>
                  <a:pt x="223242" y="150502"/>
                  <a:pt x="222684" y="144828"/>
                  <a:pt x="221475" y="139247"/>
                </a:cubicBezTo>
                <a:lnTo>
                  <a:pt x="208266" y="13302"/>
                </a:lnTo>
                <a:cubicBezTo>
                  <a:pt x="207522" y="5767"/>
                  <a:pt x="201104" y="0"/>
                  <a:pt x="193477" y="0"/>
                </a:cubicBezTo>
                <a:cubicBezTo>
                  <a:pt x="185849" y="0"/>
                  <a:pt x="179431" y="5767"/>
                  <a:pt x="178687" y="13395"/>
                </a:cubicBezTo>
                <a:lnTo>
                  <a:pt x="166036" y="139433"/>
                </a:lnTo>
                <a:cubicBezTo>
                  <a:pt x="165478" y="144735"/>
                  <a:pt x="161013" y="148828"/>
                  <a:pt x="155711" y="148828"/>
                </a:cubicBezTo>
                <a:cubicBezTo>
                  <a:pt x="150316" y="148828"/>
                  <a:pt x="145852" y="144735"/>
                  <a:pt x="145293" y="139340"/>
                </a:cubicBezTo>
                <a:lnTo>
                  <a:pt x="133852" y="13581"/>
                </a:lnTo>
                <a:cubicBezTo>
                  <a:pt x="133201" y="5860"/>
                  <a:pt x="126783" y="0"/>
                  <a:pt x="119062" y="0"/>
                </a:cubicBezTo>
                <a:cubicBezTo>
                  <a:pt x="111342" y="0"/>
                  <a:pt x="104924" y="5860"/>
                  <a:pt x="104273" y="13581"/>
                </a:cubicBezTo>
                <a:lnTo>
                  <a:pt x="92832" y="139340"/>
                </a:lnTo>
                <a:cubicBezTo>
                  <a:pt x="92366" y="144735"/>
                  <a:pt x="87809" y="148828"/>
                  <a:pt x="82414" y="148828"/>
                </a:cubicBezTo>
                <a:cubicBezTo>
                  <a:pt x="77019" y="148828"/>
                  <a:pt x="72554" y="144735"/>
                  <a:pt x="72089" y="139433"/>
                </a:cubicBezTo>
                <a:lnTo>
                  <a:pt x="59438" y="13395"/>
                </a:lnTo>
                <a:close/>
                <a:moveTo>
                  <a:pt x="416719" y="0"/>
                </a:moveTo>
                <a:cubicBezTo>
                  <a:pt x="401836" y="0"/>
                  <a:pt x="297656" y="29766"/>
                  <a:pt x="297656" y="163711"/>
                </a:cubicBezTo>
                <a:lnTo>
                  <a:pt x="297656" y="267891"/>
                </a:lnTo>
                <a:cubicBezTo>
                  <a:pt x="297656" y="300726"/>
                  <a:pt x="324352" y="327422"/>
                  <a:pt x="357188" y="327422"/>
                </a:cubicBezTo>
                <a:lnTo>
                  <a:pt x="386953" y="327422"/>
                </a:lnTo>
                <a:lnTo>
                  <a:pt x="386953" y="446484"/>
                </a:lnTo>
                <a:cubicBezTo>
                  <a:pt x="386953" y="462948"/>
                  <a:pt x="400255" y="476250"/>
                  <a:pt x="416719" y="476250"/>
                </a:cubicBezTo>
                <a:cubicBezTo>
                  <a:pt x="433183" y="476250"/>
                  <a:pt x="446484" y="462948"/>
                  <a:pt x="446484" y="446484"/>
                </a:cubicBezTo>
                <a:lnTo>
                  <a:pt x="446484" y="29766"/>
                </a:lnTo>
                <a:cubicBezTo>
                  <a:pt x="446484" y="13302"/>
                  <a:pt x="433183" y="0"/>
                  <a:pt x="416719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9009063" y="2349500"/>
            <a:ext cx="2555875" cy="515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Switch is like choosing from a </a:t>
            </a:r>
            <a:r>
              <a:rPr lang="en-US" sz="125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restaurant menu</a:t>
            </a:r>
            <a:r>
              <a:rPr lang="en-US" sz="12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!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890000" y="3151188"/>
            <a:ext cx="2794000" cy="412750"/>
          </a:xfrm>
          <a:custGeom>
            <a:avLst/>
            <a:gdLst/>
            <a:ahLst/>
            <a:cxnLst/>
            <a:rect l="l" t="t" r="r" b="b"/>
            <a:pathLst>
              <a:path w="2794000" h="412750">
                <a:moveTo>
                  <a:pt x="63502" y="0"/>
                </a:moveTo>
                <a:lnTo>
                  <a:pt x="2730498" y="0"/>
                </a:lnTo>
                <a:cubicBezTo>
                  <a:pt x="2765569" y="0"/>
                  <a:pt x="2794000" y="28431"/>
                  <a:pt x="2794000" y="63502"/>
                </a:cubicBezTo>
                <a:lnTo>
                  <a:pt x="2794000" y="349248"/>
                </a:lnTo>
                <a:cubicBezTo>
                  <a:pt x="2794000" y="384319"/>
                  <a:pt x="2765569" y="412750"/>
                  <a:pt x="273049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9001125" y="329406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11906" y="95250"/>
                </a:moveTo>
                <a:cubicBezTo>
                  <a:pt x="9723" y="95250"/>
                  <a:pt x="7938" y="97036"/>
                  <a:pt x="7938" y="99219"/>
                </a:cubicBezTo>
                <a:cubicBezTo>
                  <a:pt x="7938" y="110182"/>
                  <a:pt x="16818" y="119063"/>
                  <a:pt x="27781" y="119063"/>
                </a:cubicBezTo>
                <a:lnTo>
                  <a:pt x="99219" y="119063"/>
                </a:lnTo>
                <a:cubicBezTo>
                  <a:pt x="110182" y="119063"/>
                  <a:pt x="119063" y="110182"/>
                  <a:pt x="119063" y="99219"/>
                </a:cubicBezTo>
                <a:cubicBezTo>
                  <a:pt x="119063" y="97036"/>
                  <a:pt x="117277" y="95250"/>
                  <a:pt x="115094" y="95250"/>
                </a:cubicBezTo>
                <a:lnTo>
                  <a:pt x="11906" y="95250"/>
                </a:lnTo>
                <a:close/>
                <a:moveTo>
                  <a:pt x="7938" y="50105"/>
                </a:moveTo>
                <a:cubicBezTo>
                  <a:pt x="7938" y="53132"/>
                  <a:pt x="10393" y="55563"/>
                  <a:pt x="13395" y="55563"/>
                </a:cubicBezTo>
                <a:lnTo>
                  <a:pt x="113605" y="55563"/>
                </a:lnTo>
                <a:cubicBezTo>
                  <a:pt x="116632" y="55563"/>
                  <a:pt x="119063" y="53107"/>
                  <a:pt x="119063" y="50105"/>
                </a:cubicBezTo>
                <a:cubicBezTo>
                  <a:pt x="119063" y="45839"/>
                  <a:pt x="118418" y="41573"/>
                  <a:pt x="116384" y="37827"/>
                </a:cubicBezTo>
                <a:cubicBezTo>
                  <a:pt x="110877" y="27707"/>
                  <a:pt x="95969" y="7938"/>
                  <a:pt x="63500" y="7938"/>
                </a:cubicBezTo>
                <a:cubicBezTo>
                  <a:pt x="31031" y="7938"/>
                  <a:pt x="16123" y="27682"/>
                  <a:pt x="10616" y="37827"/>
                </a:cubicBezTo>
                <a:cubicBezTo>
                  <a:pt x="8582" y="41573"/>
                  <a:pt x="7938" y="45839"/>
                  <a:pt x="7938" y="50105"/>
                </a:cubicBezTo>
                <a:close/>
                <a:moveTo>
                  <a:pt x="0" y="75406"/>
                </a:moveTo>
                <a:cubicBezTo>
                  <a:pt x="0" y="79797"/>
                  <a:pt x="3547" y="83344"/>
                  <a:pt x="7938" y="83344"/>
                </a:cubicBezTo>
                <a:lnTo>
                  <a:pt x="119063" y="83344"/>
                </a:lnTo>
                <a:cubicBezTo>
                  <a:pt x="123453" y="83344"/>
                  <a:pt x="127000" y="79797"/>
                  <a:pt x="127000" y="75406"/>
                </a:cubicBezTo>
                <a:cubicBezTo>
                  <a:pt x="127000" y="71016"/>
                  <a:pt x="123453" y="67469"/>
                  <a:pt x="119063" y="67469"/>
                </a:cubicBezTo>
                <a:lnTo>
                  <a:pt x="7938" y="67469"/>
                </a:lnTo>
                <a:cubicBezTo>
                  <a:pt x="3547" y="67469"/>
                  <a:pt x="0" y="71016"/>
                  <a:pt x="0" y="75406"/>
                </a:cubicBezTo>
                <a:close/>
                <a:moveTo>
                  <a:pt x="63500" y="17859"/>
                </a:moveTo>
                <a:cubicBezTo>
                  <a:pt x="66786" y="17859"/>
                  <a:pt x="69453" y="20527"/>
                  <a:pt x="69453" y="23812"/>
                </a:cubicBezTo>
                <a:cubicBezTo>
                  <a:pt x="69453" y="27098"/>
                  <a:pt x="66786" y="29766"/>
                  <a:pt x="63500" y="29766"/>
                </a:cubicBezTo>
                <a:cubicBezTo>
                  <a:pt x="60214" y="29766"/>
                  <a:pt x="57547" y="27098"/>
                  <a:pt x="57547" y="23812"/>
                </a:cubicBezTo>
                <a:cubicBezTo>
                  <a:pt x="57547" y="20527"/>
                  <a:pt x="60214" y="17859"/>
                  <a:pt x="63500" y="17859"/>
                </a:cubicBezTo>
                <a:close/>
                <a:moveTo>
                  <a:pt x="29766" y="31750"/>
                </a:moveTo>
                <a:cubicBezTo>
                  <a:pt x="29766" y="28464"/>
                  <a:pt x="32433" y="25797"/>
                  <a:pt x="35719" y="25797"/>
                </a:cubicBezTo>
                <a:cubicBezTo>
                  <a:pt x="39004" y="25797"/>
                  <a:pt x="41672" y="28464"/>
                  <a:pt x="41672" y="31750"/>
                </a:cubicBezTo>
                <a:cubicBezTo>
                  <a:pt x="41672" y="35036"/>
                  <a:pt x="39004" y="37703"/>
                  <a:pt x="35719" y="37703"/>
                </a:cubicBezTo>
                <a:cubicBezTo>
                  <a:pt x="32433" y="37703"/>
                  <a:pt x="29766" y="35036"/>
                  <a:pt x="29766" y="31750"/>
                </a:cubicBezTo>
                <a:close/>
                <a:moveTo>
                  <a:pt x="91281" y="25797"/>
                </a:moveTo>
                <a:cubicBezTo>
                  <a:pt x="94567" y="25797"/>
                  <a:pt x="97234" y="28464"/>
                  <a:pt x="97234" y="31750"/>
                </a:cubicBezTo>
                <a:cubicBezTo>
                  <a:pt x="97234" y="35036"/>
                  <a:pt x="94567" y="37703"/>
                  <a:pt x="91281" y="37703"/>
                </a:cubicBezTo>
                <a:cubicBezTo>
                  <a:pt x="87996" y="37703"/>
                  <a:pt x="85328" y="35036"/>
                  <a:pt x="85328" y="31750"/>
                </a:cubicBezTo>
                <a:cubicBezTo>
                  <a:pt x="85328" y="28464"/>
                  <a:pt x="87996" y="25797"/>
                  <a:pt x="91281" y="25797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9239250" y="3246438"/>
            <a:ext cx="9286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Case 1: Burger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890000" y="3627438"/>
            <a:ext cx="2794000" cy="412750"/>
          </a:xfrm>
          <a:custGeom>
            <a:avLst/>
            <a:gdLst/>
            <a:ahLst/>
            <a:cxnLst/>
            <a:rect l="l" t="t" r="r" b="b"/>
            <a:pathLst>
              <a:path w="2794000" h="412750">
                <a:moveTo>
                  <a:pt x="63502" y="0"/>
                </a:moveTo>
                <a:lnTo>
                  <a:pt x="2730498" y="0"/>
                </a:lnTo>
                <a:cubicBezTo>
                  <a:pt x="2765569" y="0"/>
                  <a:pt x="2794000" y="28431"/>
                  <a:pt x="2794000" y="63502"/>
                </a:cubicBezTo>
                <a:lnTo>
                  <a:pt x="2794000" y="349248"/>
                </a:lnTo>
                <a:cubicBezTo>
                  <a:pt x="2794000" y="384319"/>
                  <a:pt x="2765569" y="412750"/>
                  <a:pt x="273049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9001125" y="377031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42094" y="223"/>
                </a:moveTo>
                <a:cubicBezTo>
                  <a:pt x="36438" y="-174"/>
                  <a:pt x="31700" y="3696"/>
                  <a:pt x="30311" y="8830"/>
                </a:cubicBezTo>
                <a:lnTo>
                  <a:pt x="27905" y="17859"/>
                </a:lnTo>
                <a:cubicBezTo>
                  <a:pt x="72752" y="17934"/>
                  <a:pt x="109066" y="54248"/>
                  <a:pt x="109141" y="99095"/>
                </a:cubicBezTo>
                <a:lnTo>
                  <a:pt x="118170" y="96689"/>
                </a:lnTo>
                <a:cubicBezTo>
                  <a:pt x="123329" y="95324"/>
                  <a:pt x="127174" y="90562"/>
                  <a:pt x="126777" y="84906"/>
                </a:cubicBezTo>
                <a:cubicBezTo>
                  <a:pt x="123651" y="39563"/>
                  <a:pt x="87437" y="3349"/>
                  <a:pt x="42094" y="223"/>
                </a:cubicBezTo>
                <a:close/>
                <a:moveTo>
                  <a:pt x="97160" y="102295"/>
                </a:moveTo>
                <a:cubicBezTo>
                  <a:pt x="97210" y="101278"/>
                  <a:pt x="97234" y="100261"/>
                  <a:pt x="97234" y="99219"/>
                </a:cubicBezTo>
                <a:cubicBezTo>
                  <a:pt x="97234" y="60871"/>
                  <a:pt x="66129" y="29766"/>
                  <a:pt x="27781" y="29766"/>
                </a:cubicBezTo>
                <a:cubicBezTo>
                  <a:pt x="26764" y="29766"/>
                  <a:pt x="25722" y="29790"/>
                  <a:pt x="24705" y="29840"/>
                </a:cubicBezTo>
                <a:lnTo>
                  <a:pt x="124" y="122014"/>
                </a:lnTo>
                <a:cubicBezTo>
                  <a:pt x="-248" y="123379"/>
                  <a:pt x="149" y="124842"/>
                  <a:pt x="1141" y="125834"/>
                </a:cubicBezTo>
                <a:cubicBezTo>
                  <a:pt x="2133" y="126826"/>
                  <a:pt x="3597" y="127223"/>
                  <a:pt x="4961" y="126851"/>
                </a:cubicBezTo>
                <a:lnTo>
                  <a:pt x="97135" y="102270"/>
                </a:lnTo>
                <a:close/>
                <a:moveTo>
                  <a:pt x="43656" y="51594"/>
                </a:moveTo>
                <a:cubicBezTo>
                  <a:pt x="48037" y="51594"/>
                  <a:pt x="51594" y="55150"/>
                  <a:pt x="51594" y="59531"/>
                </a:cubicBezTo>
                <a:cubicBezTo>
                  <a:pt x="51594" y="63912"/>
                  <a:pt x="48037" y="67469"/>
                  <a:pt x="43656" y="67469"/>
                </a:cubicBezTo>
                <a:cubicBezTo>
                  <a:pt x="39275" y="67469"/>
                  <a:pt x="35719" y="63912"/>
                  <a:pt x="35719" y="59531"/>
                </a:cubicBezTo>
                <a:cubicBezTo>
                  <a:pt x="35719" y="55150"/>
                  <a:pt x="39275" y="51594"/>
                  <a:pt x="43656" y="51594"/>
                </a:cubicBezTo>
                <a:close/>
                <a:moveTo>
                  <a:pt x="59531" y="83344"/>
                </a:moveTo>
                <a:cubicBezTo>
                  <a:pt x="59531" y="78963"/>
                  <a:pt x="63088" y="75406"/>
                  <a:pt x="67469" y="75406"/>
                </a:cubicBezTo>
                <a:cubicBezTo>
                  <a:pt x="71850" y="75406"/>
                  <a:pt x="75406" y="78963"/>
                  <a:pt x="75406" y="83344"/>
                </a:cubicBezTo>
                <a:cubicBezTo>
                  <a:pt x="75406" y="87725"/>
                  <a:pt x="71850" y="91281"/>
                  <a:pt x="67469" y="91281"/>
                </a:cubicBezTo>
                <a:cubicBezTo>
                  <a:pt x="63088" y="91281"/>
                  <a:pt x="59531" y="87725"/>
                  <a:pt x="59531" y="83344"/>
                </a:cubicBezTo>
                <a:close/>
                <a:moveTo>
                  <a:pt x="23812" y="95250"/>
                </a:moveTo>
                <a:cubicBezTo>
                  <a:pt x="23812" y="90869"/>
                  <a:pt x="27369" y="87313"/>
                  <a:pt x="31750" y="87313"/>
                </a:cubicBezTo>
                <a:cubicBezTo>
                  <a:pt x="36131" y="87313"/>
                  <a:pt x="39688" y="90869"/>
                  <a:pt x="39688" y="95250"/>
                </a:cubicBezTo>
                <a:cubicBezTo>
                  <a:pt x="39688" y="99631"/>
                  <a:pt x="36131" y="103188"/>
                  <a:pt x="31750" y="103188"/>
                </a:cubicBezTo>
                <a:cubicBezTo>
                  <a:pt x="27369" y="103188"/>
                  <a:pt x="23812" y="99631"/>
                  <a:pt x="23812" y="9525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9239250" y="3722688"/>
            <a:ext cx="84931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Case 2: Pizza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890000" y="4103688"/>
            <a:ext cx="2794000" cy="412750"/>
          </a:xfrm>
          <a:custGeom>
            <a:avLst/>
            <a:gdLst/>
            <a:ahLst/>
            <a:cxnLst/>
            <a:rect l="l" t="t" r="r" b="b"/>
            <a:pathLst>
              <a:path w="2794000" h="412750">
                <a:moveTo>
                  <a:pt x="63502" y="0"/>
                </a:moveTo>
                <a:lnTo>
                  <a:pt x="2730498" y="0"/>
                </a:lnTo>
                <a:cubicBezTo>
                  <a:pt x="2765569" y="0"/>
                  <a:pt x="2794000" y="28431"/>
                  <a:pt x="2794000" y="63502"/>
                </a:cubicBezTo>
                <a:lnTo>
                  <a:pt x="2794000" y="349248"/>
                </a:lnTo>
                <a:cubicBezTo>
                  <a:pt x="2794000" y="384319"/>
                  <a:pt x="2765569" y="412750"/>
                  <a:pt x="2730498" y="412750"/>
                </a:cubicBezTo>
                <a:lnTo>
                  <a:pt x="63502" y="412750"/>
                </a:lnTo>
                <a:cubicBezTo>
                  <a:pt x="28431" y="412750"/>
                  <a:pt x="0" y="384319"/>
                  <a:pt x="0" y="349248"/>
                </a:cubicBezTo>
                <a:lnTo>
                  <a:pt x="0" y="63502"/>
                </a:lnTo>
                <a:cubicBezTo>
                  <a:pt x="0" y="28454"/>
                  <a:pt x="28454" y="0"/>
                  <a:pt x="63502" y="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9001125" y="424656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39688" y="65782"/>
                </a:moveTo>
                <a:cubicBezTo>
                  <a:pt x="39688" y="67890"/>
                  <a:pt x="38844" y="69900"/>
                  <a:pt x="37356" y="71388"/>
                </a:cubicBezTo>
                <a:lnTo>
                  <a:pt x="30708" y="78036"/>
                </a:lnTo>
                <a:cubicBezTo>
                  <a:pt x="27657" y="81087"/>
                  <a:pt x="22647" y="80863"/>
                  <a:pt x="18455" y="79821"/>
                </a:cubicBezTo>
                <a:cubicBezTo>
                  <a:pt x="17314" y="79549"/>
                  <a:pt x="16098" y="79375"/>
                  <a:pt x="14858" y="79375"/>
                </a:cubicBezTo>
                <a:cubicBezTo>
                  <a:pt x="6648" y="79375"/>
                  <a:pt x="-25" y="86047"/>
                  <a:pt x="-25" y="94258"/>
                </a:cubicBezTo>
                <a:cubicBezTo>
                  <a:pt x="-25" y="102468"/>
                  <a:pt x="6648" y="109141"/>
                  <a:pt x="14858" y="109141"/>
                </a:cubicBezTo>
                <a:cubicBezTo>
                  <a:pt x="16421" y="109141"/>
                  <a:pt x="17835" y="110554"/>
                  <a:pt x="17835" y="112117"/>
                </a:cubicBezTo>
                <a:cubicBezTo>
                  <a:pt x="17835" y="120328"/>
                  <a:pt x="24507" y="127000"/>
                  <a:pt x="32717" y="127000"/>
                </a:cubicBezTo>
                <a:cubicBezTo>
                  <a:pt x="40928" y="127000"/>
                  <a:pt x="47600" y="120328"/>
                  <a:pt x="47600" y="112117"/>
                </a:cubicBezTo>
                <a:cubicBezTo>
                  <a:pt x="47600" y="110877"/>
                  <a:pt x="47451" y="109686"/>
                  <a:pt x="47154" y="108521"/>
                </a:cubicBezTo>
                <a:cubicBezTo>
                  <a:pt x="46112" y="104329"/>
                  <a:pt x="45864" y="99318"/>
                  <a:pt x="48940" y="96267"/>
                </a:cubicBezTo>
                <a:lnTo>
                  <a:pt x="55587" y="89619"/>
                </a:lnTo>
                <a:cubicBezTo>
                  <a:pt x="57076" y="88131"/>
                  <a:pt x="59085" y="87288"/>
                  <a:pt x="61193" y="87288"/>
                </a:cubicBezTo>
                <a:lnTo>
                  <a:pt x="83319" y="87288"/>
                </a:lnTo>
                <a:cubicBezTo>
                  <a:pt x="84882" y="87288"/>
                  <a:pt x="86395" y="87213"/>
                  <a:pt x="87908" y="87040"/>
                </a:cubicBezTo>
                <a:cubicBezTo>
                  <a:pt x="90860" y="86742"/>
                  <a:pt x="91976" y="83195"/>
                  <a:pt x="90587" y="80590"/>
                </a:cubicBezTo>
                <a:cubicBezTo>
                  <a:pt x="88478" y="76671"/>
                  <a:pt x="87288" y="72206"/>
                  <a:pt x="87288" y="67444"/>
                </a:cubicBezTo>
                <a:cubicBezTo>
                  <a:pt x="87288" y="52090"/>
                  <a:pt x="99715" y="39663"/>
                  <a:pt x="115069" y="39663"/>
                </a:cubicBezTo>
                <a:cubicBezTo>
                  <a:pt x="117053" y="39663"/>
                  <a:pt x="118963" y="39861"/>
                  <a:pt x="120824" y="40258"/>
                </a:cubicBezTo>
                <a:cubicBezTo>
                  <a:pt x="123726" y="40878"/>
                  <a:pt x="126802" y="38795"/>
                  <a:pt x="126281" y="35892"/>
                </a:cubicBezTo>
                <a:cubicBezTo>
                  <a:pt x="122634" y="15478"/>
                  <a:pt x="104775" y="-25"/>
                  <a:pt x="83319" y="-25"/>
                </a:cubicBezTo>
                <a:cubicBezTo>
                  <a:pt x="59209" y="-25"/>
                  <a:pt x="39663" y="19521"/>
                  <a:pt x="39663" y="43631"/>
                </a:cubicBezTo>
                <a:lnTo>
                  <a:pt x="39663" y="65757"/>
                </a:ln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9239250" y="4198938"/>
            <a:ext cx="1444625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Default: Chef's Special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715375" y="4897438"/>
            <a:ext cx="3159125" cy="730250"/>
          </a:xfrm>
          <a:custGeom>
            <a:avLst/>
            <a:gdLst/>
            <a:ahLst/>
            <a:cxnLst/>
            <a:rect l="l" t="t" r="r" b="b"/>
            <a:pathLst>
              <a:path w="3159125" h="730250">
                <a:moveTo>
                  <a:pt x="31750" y="0"/>
                </a:moveTo>
                <a:lnTo>
                  <a:pt x="3063878" y="0"/>
                </a:lnTo>
                <a:cubicBezTo>
                  <a:pt x="3116482" y="0"/>
                  <a:pt x="3159125" y="42643"/>
                  <a:pt x="3159125" y="95247"/>
                </a:cubicBezTo>
                <a:lnTo>
                  <a:pt x="3159125" y="635003"/>
                </a:lnTo>
                <a:cubicBezTo>
                  <a:pt x="3159125" y="687607"/>
                  <a:pt x="3116482" y="730250"/>
                  <a:pt x="3063878" y="730250"/>
                </a:cubicBezTo>
                <a:lnTo>
                  <a:pt x="31750" y="730250"/>
                </a:lnTo>
                <a:cubicBezTo>
                  <a:pt x="14227" y="730250"/>
                  <a:pt x="0" y="716023"/>
                  <a:pt x="0" y="698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59E0B">
              <a:alpha val="10196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8715375" y="4897438"/>
            <a:ext cx="31750" cy="730250"/>
          </a:xfrm>
          <a:custGeom>
            <a:avLst/>
            <a:gdLst/>
            <a:ahLst/>
            <a:cxnLst/>
            <a:rect l="l" t="t" r="r" b="b"/>
            <a:pathLst>
              <a:path w="31750" h="730250">
                <a:moveTo>
                  <a:pt x="31750" y="0"/>
                </a:moveTo>
                <a:lnTo>
                  <a:pt x="31750" y="0"/>
                </a:lnTo>
                <a:lnTo>
                  <a:pt x="31750" y="730250"/>
                </a:lnTo>
                <a:lnTo>
                  <a:pt x="31750" y="730250"/>
                </a:lnTo>
                <a:cubicBezTo>
                  <a:pt x="14227" y="730250"/>
                  <a:pt x="0" y="716023"/>
                  <a:pt x="0" y="69850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1" name="Shape 29"/>
          <p:cNvSpPr/>
          <p:nvPr/>
        </p:nvSpPr>
        <p:spPr>
          <a:xfrm>
            <a:off x="8874125" y="5072063"/>
            <a:ext cx="127000" cy="127000"/>
          </a:xfrm>
          <a:custGeom>
            <a:avLst/>
            <a:gdLst/>
            <a:ahLst/>
            <a:cxnLst/>
            <a:rect l="l" t="t" r="r" b="b"/>
            <a:pathLst>
              <a:path w="127000" h="127000">
                <a:moveTo>
                  <a:pt x="63500" y="0"/>
                </a:moveTo>
                <a:cubicBezTo>
                  <a:pt x="67146" y="0"/>
                  <a:pt x="70495" y="2009"/>
                  <a:pt x="72231" y="5209"/>
                </a:cubicBezTo>
                <a:lnTo>
                  <a:pt x="125809" y="104428"/>
                </a:lnTo>
                <a:cubicBezTo>
                  <a:pt x="127471" y="107504"/>
                  <a:pt x="127397" y="111224"/>
                  <a:pt x="125611" y="114226"/>
                </a:cubicBezTo>
                <a:cubicBezTo>
                  <a:pt x="123825" y="117227"/>
                  <a:pt x="120576" y="119063"/>
                  <a:pt x="117078" y="119063"/>
                </a:cubicBezTo>
                <a:lnTo>
                  <a:pt x="9922" y="119063"/>
                </a:lnTo>
                <a:cubicBezTo>
                  <a:pt x="6424" y="119063"/>
                  <a:pt x="3200" y="117227"/>
                  <a:pt x="1389" y="114226"/>
                </a:cubicBezTo>
                <a:cubicBezTo>
                  <a:pt x="-422" y="111224"/>
                  <a:pt x="-471" y="107504"/>
                  <a:pt x="1191" y="104428"/>
                </a:cubicBezTo>
                <a:lnTo>
                  <a:pt x="54769" y="5209"/>
                </a:lnTo>
                <a:cubicBezTo>
                  <a:pt x="56505" y="2009"/>
                  <a:pt x="59854" y="0"/>
                  <a:pt x="63500" y="0"/>
                </a:cubicBezTo>
                <a:close/>
                <a:moveTo>
                  <a:pt x="63500" y="41672"/>
                </a:moveTo>
                <a:cubicBezTo>
                  <a:pt x="60201" y="41672"/>
                  <a:pt x="57547" y="44326"/>
                  <a:pt x="57547" y="47625"/>
                </a:cubicBezTo>
                <a:lnTo>
                  <a:pt x="57547" y="75406"/>
                </a:lnTo>
                <a:cubicBezTo>
                  <a:pt x="57547" y="78705"/>
                  <a:pt x="60201" y="81359"/>
                  <a:pt x="63500" y="81359"/>
                </a:cubicBezTo>
                <a:cubicBezTo>
                  <a:pt x="66799" y="81359"/>
                  <a:pt x="69453" y="78705"/>
                  <a:pt x="69453" y="75406"/>
                </a:cubicBezTo>
                <a:lnTo>
                  <a:pt x="69453" y="47625"/>
                </a:lnTo>
                <a:cubicBezTo>
                  <a:pt x="69453" y="44326"/>
                  <a:pt x="66799" y="41672"/>
                  <a:pt x="63500" y="41672"/>
                </a:cubicBezTo>
                <a:close/>
                <a:moveTo>
                  <a:pt x="70123" y="95250"/>
                </a:moveTo>
                <a:cubicBezTo>
                  <a:pt x="70274" y="92792"/>
                  <a:pt x="69048" y="90453"/>
                  <a:pt x="66940" y="89178"/>
                </a:cubicBezTo>
                <a:cubicBezTo>
                  <a:pt x="64833" y="87903"/>
                  <a:pt x="62192" y="87903"/>
                  <a:pt x="60085" y="89178"/>
                </a:cubicBezTo>
                <a:cubicBezTo>
                  <a:pt x="57977" y="90453"/>
                  <a:pt x="56751" y="92792"/>
                  <a:pt x="56902" y="95250"/>
                </a:cubicBezTo>
                <a:cubicBezTo>
                  <a:pt x="56751" y="97708"/>
                  <a:pt x="57977" y="100047"/>
                  <a:pt x="60085" y="101322"/>
                </a:cubicBezTo>
                <a:cubicBezTo>
                  <a:pt x="62192" y="102597"/>
                  <a:pt x="64833" y="102597"/>
                  <a:pt x="66940" y="101322"/>
                </a:cubicBezTo>
                <a:cubicBezTo>
                  <a:pt x="69048" y="100047"/>
                  <a:pt x="70274" y="97708"/>
                  <a:pt x="70123" y="9525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9080500" y="5024438"/>
            <a:ext cx="73818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F59E0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Important!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858250" y="5310188"/>
            <a:ext cx="2952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 use </a:t>
            </a:r>
            <a:r>
              <a:rPr lang="en-US" sz="875" dirty="0">
                <a:solidFill>
                  <a:srgbClr val="E2E8F0"/>
                </a:solidFill>
                <a:highlight>
                  <a:srgbClr val="1E293B">
                    <a:alpha val="10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break; </a:t>
            </a:r>
            <a:r>
              <a:rPr lang="en-US" sz="100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 stop!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If vs Switch: When to Use?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81000" y="9525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19050" y="0"/>
                </a:moveTo>
                <a:lnTo>
                  <a:pt x="895350" y="0"/>
                </a:lnTo>
                <a:cubicBezTo>
                  <a:pt x="905864" y="0"/>
                  <a:pt x="914400" y="8536"/>
                  <a:pt x="914400" y="19050"/>
                </a:cubicBezTo>
                <a:lnTo>
                  <a:pt x="914400" y="19050"/>
                </a:lnTo>
                <a:cubicBezTo>
                  <a:pt x="914400" y="29564"/>
                  <a:pt x="905864" y="38100"/>
                  <a:pt x="8953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" name="Shape 2"/>
          <p:cNvSpPr/>
          <p:nvPr/>
        </p:nvSpPr>
        <p:spPr>
          <a:xfrm>
            <a:off x="390525" y="1228725"/>
            <a:ext cx="5581650" cy="4343400"/>
          </a:xfrm>
          <a:custGeom>
            <a:avLst/>
            <a:gdLst/>
            <a:ahLst/>
            <a:cxnLst/>
            <a:rect l="l" t="t" r="r" b="b"/>
            <a:pathLst>
              <a:path w="5581650" h="4343400">
                <a:moveTo>
                  <a:pt x="152410" y="0"/>
                </a:moveTo>
                <a:lnTo>
                  <a:pt x="5429240" y="0"/>
                </a:lnTo>
                <a:cubicBezTo>
                  <a:pt x="5513414" y="0"/>
                  <a:pt x="5581650" y="68236"/>
                  <a:pt x="5581650" y="152410"/>
                </a:cubicBezTo>
                <a:lnTo>
                  <a:pt x="5581650" y="4190990"/>
                </a:lnTo>
                <a:cubicBezTo>
                  <a:pt x="5581650" y="4275164"/>
                  <a:pt x="5513414" y="4343400"/>
                  <a:pt x="5429240" y="4343400"/>
                </a:cubicBezTo>
                <a:lnTo>
                  <a:pt x="152410" y="4343400"/>
                </a:lnTo>
                <a:cubicBezTo>
                  <a:pt x="68236" y="4343400"/>
                  <a:pt x="0" y="4275164"/>
                  <a:pt x="0" y="4190990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10000"/>
                </a:srgbClr>
              </a:gs>
              <a:gs pos="100000">
                <a:srgbClr val="3B82F6">
                  <a:alpha val="5000"/>
                </a:srgbClr>
              </a:gs>
            </a:gsLst>
            <a:lin ang="2700000" scaled="1"/>
          </a:gradFill>
          <a:ln w="254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8650" y="14668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6" name="Shape 4"/>
          <p:cNvSpPr/>
          <p:nvPr/>
        </p:nvSpPr>
        <p:spPr>
          <a:xfrm>
            <a:off x="810816" y="162877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44648" y="58043"/>
                </a:moveTo>
                <a:cubicBezTo>
                  <a:pt x="52041" y="58043"/>
                  <a:pt x="58043" y="52041"/>
                  <a:pt x="58043" y="44648"/>
                </a:cubicBezTo>
                <a:cubicBezTo>
                  <a:pt x="58043" y="37256"/>
                  <a:pt x="52041" y="31254"/>
                  <a:pt x="44648" y="31254"/>
                </a:cubicBezTo>
                <a:cubicBezTo>
                  <a:pt x="37256" y="31254"/>
                  <a:pt x="31254" y="37256"/>
                  <a:pt x="31254" y="44648"/>
                </a:cubicBezTo>
                <a:cubicBezTo>
                  <a:pt x="31254" y="52041"/>
                  <a:pt x="37256" y="58043"/>
                  <a:pt x="44648" y="58043"/>
                </a:cubicBezTo>
                <a:close/>
                <a:moveTo>
                  <a:pt x="89297" y="44648"/>
                </a:moveTo>
                <a:cubicBezTo>
                  <a:pt x="89297" y="62954"/>
                  <a:pt x="78302" y="78693"/>
                  <a:pt x="62508" y="85558"/>
                </a:cubicBezTo>
                <a:lnTo>
                  <a:pt x="62508" y="125016"/>
                </a:lnTo>
                <a:lnTo>
                  <a:pt x="160734" y="125016"/>
                </a:lnTo>
                <a:cubicBezTo>
                  <a:pt x="175524" y="125016"/>
                  <a:pt x="187523" y="113016"/>
                  <a:pt x="187523" y="98227"/>
                </a:cubicBezTo>
                <a:lnTo>
                  <a:pt x="187523" y="85558"/>
                </a:lnTo>
                <a:cubicBezTo>
                  <a:pt x="171729" y="78693"/>
                  <a:pt x="160734" y="62954"/>
                  <a:pt x="160734" y="44648"/>
                </a:cubicBezTo>
                <a:cubicBezTo>
                  <a:pt x="160734" y="19980"/>
                  <a:pt x="180715" y="0"/>
                  <a:pt x="205383" y="0"/>
                </a:cubicBezTo>
                <a:cubicBezTo>
                  <a:pt x="230051" y="0"/>
                  <a:pt x="250031" y="19980"/>
                  <a:pt x="250031" y="44648"/>
                </a:cubicBezTo>
                <a:cubicBezTo>
                  <a:pt x="250031" y="62954"/>
                  <a:pt x="239037" y="78693"/>
                  <a:pt x="223242" y="85558"/>
                </a:cubicBezTo>
                <a:lnTo>
                  <a:pt x="223242" y="98227"/>
                </a:lnTo>
                <a:cubicBezTo>
                  <a:pt x="223242" y="132773"/>
                  <a:pt x="195281" y="160734"/>
                  <a:pt x="160734" y="160734"/>
                </a:cubicBezTo>
                <a:lnTo>
                  <a:pt x="62508" y="160734"/>
                </a:lnTo>
                <a:lnTo>
                  <a:pt x="62508" y="200192"/>
                </a:lnTo>
                <a:cubicBezTo>
                  <a:pt x="78302" y="207057"/>
                  <a:pt x="89297" y="222796"/>
                  <a:pt x="89297" y="241102"/>
                </a:cubicBezTo>
                <a:cubicBezTo>
                  <a:pt x="89297" y="265770"/>
                  <a:pt x="69317" y="285750"/>
                  <a:pt x="44648" y="285750"/>
                </a:cubicBezTo>
                <a:cubicBezTo>
                  <a:pt x="19980" y="285750"/>
                  <a:pt x="0" y="265770"/>
                  <a:pt x="0" y="241102"/>
                </a:cubicBezTo>
                <a:cubicBezTo>
                  <a:pt x="0" y="222796"/>
                  <a:pt x="10995" y="207057"/>
                  <a:pt x="26789" y="200192"/>
                </a:cubicBezTo>
                <a:lnTo>
                  <a:pt x="26789" y="85613"/>
                </a:lnTo>
                <a:cubicBezTo>
                  <a:pt x="10995" y="78693"/>
                  <a:pt x="0" y="62954"/>
                  <a:pt x="0" y="44648"/>
                </a:cubicBezTo>
                <a:cubicBezTo>
                  <a:pt x="0" y="19980"/>
                  <a:pt x="19980" y="0"/>
                  <a:pt x="44648" y="0"/>
                </a:cubicBezTo>
                <a:cubicBezTo>
                  <a:pt x="69317" y="0"/>
                  <a:pt x="89297" y="19980"/>
                  <a:pt x="89297" y="44648"/>
                </a:cubicBezTo>
                <a:close/>
                <a:moveTo>
                  <a:pt x="218777" y="44648"/>
                </a:moveTo>
                <a:cubicBezTo>
                  <a:pt x="218777" y="37256"/>
                  <a:pt x="212775" y="31254"/>
                  <a:pt x="205383" y="31254"/>
                </a:cubicBezTo>
                <a:cubicBezTo>
                  <a:pt x="197990" y="31254"/>
                  <a:pt x="191988" y="37256"/>
                  <a:pt x="191988" y="44648"/>
                </a:cubicBezTo>
                <a:cubicBezTo>
                  <a:pt x="191988" y="52041"/>
                  <a:pt x="197990" y="58043"/>
                  <a:pt x="205383" y="58043"/>
                </a:cubicBezTo>
                <a:cubicBezTo>
                  <a:pt x="212775" y="58043"/>
                  <a:pt x="218777" y="52041"/>
                  <a:pt x="218777" y="44648"/>
                </a:cubicBezTo>
                <a:close/>
                <a:moveTo>
                  <a:pt x="44648" y="254496"/>
                </a:moveTo>
                <a:cubicBezTo>
                  <a:pt x="52041" y="254496"/>
                  <a:pt x="58043" y="248494"/>
                  <a:pt x="58043" y="241102"/>
                </a:cubicBezTo>
                <a:cubicBezTo>
                  <a:pt x="58043" y="233709"/>
                  <a:pt x="52041" y="227707"/>
                  <a:pt x="44648" y="227707"/>
                </a:cubicBezTo>
                <a:cubicBezTo>
                  <a:pt x="37256" y="227707"/>
                  <a:pt x="31254" y="233709"/>
                  <a:pt x="31254" y="241102"/>
                </a:cubicBezTo>
                <a:cubicBezTo>
                  <a:pt x="31254" y="248494"/>
                  <a:pt x="37256" y="254496"/>
                  <a:pt x="44648" y="254496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390650" y="1600200"/>
            <a:ext cx="12573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3B82F6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If / Elseif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7225" y="23431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9" name="Text 7"/>
          <p:cNvSpPr/>
          <p:nvPr/>
        </p:nvSpPr>
        <p:spPr>
          <a:xfrm>
            <a:off x="1028700" y="2305050"/>
            <a:ext cx="2676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Range comparisons (</a:t>
            </a:r>
            <a:r>
              <a:rPr lang="en-US" sz="1050" dirty="0">
                <a:solidFill>
                  <a:srgbClr val="E2E8F0"/>
                </a:solidFill>
                <a:highlight>
                  <a:srgbClr val="1E293B">
                    <a:alpha val="10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 &gt;= </a:t>
            </a:r>
            <a:r>
              <a:rPr lang="en-US" sz="13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r>
              <a:rPr lang="en-US" sz="1050" dirty="0">
                <a:solidFill>
                  <a:srgbClr val="E2E8F0"/>
                </a:solidFill>
                <a:highlight>
                  <a:srgbClr val="1E293B">
                    <a:alpha val="10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&lt;= </a:t>
            </a:r>
            <a:r>
              <a:rPr lang="en-US" sz="13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7225" y="27622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1" name="Text 9"/>
          <p:cNvSpPr/>
          <p:nvPr/>
        </p:nvSpPr>
        <p:spPr>
          <a:xfrm>
            <a:off x="1028700" y="2724150"/>
            <a:ext cx="2638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Complex conditions with AND/OR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57225" y="31813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1028700" y="3143250"/>
            <a:ext cx="2428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Different variables in conditions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8650" y="3638550"/>
            <a:ext cx="5105400" cy="1104900"/>
          </a:xfrm>
          <a:custGeom>
            <a:avLst/>
            <a:gdLst/>
            <a:ahLst/>
            <a:cxnLst/>
            <a:rect l="l" t="t" r="r" b="b"/>
            <a:pathLst>
              <a:path w="5105400" h="1104900">
                <a:moveTo>
                  <a:pt x="114302" y="0"/>
                </a:moveTo>
                <a:lnTo>
                  <a:pt x="4991098" y="0"/>
                </a:lnTo>
                <a:cubicBezTo>
                  <a:pt x="5054225" y="0"/>
                  <a:pt x="5105400" y="51175"/>
                  <a:pt x="5105400" y="114302"/>
                </a:cubicBezTo>
                <a:lnTo>
                  <a:pt x="5105400" y="990598"/>
                </a:lnTo>
                <a:cubicBezTo>
                  <a:pt x="5105400" y="1053725"/>
                  <a:pt x="5054225" y="1104900"/>
                  <a:pt x="4991098" y="1104900"/>
                </a:cubicBezTo>
                <a:lnTo>
                  <a:pt x="114302" y="1104900"/>
                </a:lnTo>
                <a:cubicBezTo>
                  <a:pt x="51175" y="1104900"/>
                  <a:pt x="0" y="1053725"/>
                  <a:pt x="0" y="9905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1050" y="3790950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81050" y="4095750"/>
            <a:ext cx="4800600" cy="495300"/>
          </a:xfrm>
          <a:custGeom>
            <a:avLst/>
            <a:gdLst/>
            <a:ahLst/>
            <a:cxnLst/>
            <a:rect l="l" t="t" r="r" b="b"/>
            <a:pathLst>
              <a:path w="4800600" h="495300">
                <a:moveTo>
                  <a:pt x="76202" y="0"/>
                </a:moveTo>
                <a:lnTo>
                  <a:pt x="4724398" y="0"/>
                </a:lnTo>
                <a:cubicBezTo>
                  <a:pt x="4766483" y="0"/>
                  <a:pt x="4800600" y="34117"/>
                  <a:pt x="4800600" y="76202"/>
                </a:cubicBezTo>
                <a:lnTo>
                  <a:pt x="4800600" y="419098"/>
                </a:lnTo>
                <a:cubicBezTo>
                  <a:pt x="4800600" y="461183"/>
                  <a:pt x="4766483" y="495300"/>
                  <a:pt x="472439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933450" y="4248150"/>
            <a:ext cx="3659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$age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59384" y="4248150"/>
            <a:ext cx="21451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&gt;=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33909" y="4248150"/>
            <a:ext cx="20191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95834" y="4248150"/>
            <a:ext cx="26461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&amp;&amp;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820466" y="4248150"/>
            <a:ext cx="36591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$age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146399" y="4248150"/>
            <a:ext cx="21451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&lt;=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320925" y="4248150"/>
            <a:ext cx="22324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F59E0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65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19825" y="1228725"/>
            <a:ext cx="5581650" cy="4343400"/>
          </a:xfrm>
          <a:custGeom>
            <a:avLst/>
            <a:gdLst/>
            <a:ahLst/>
            <a:cxnLst/>
            <a:rect l="l" t="t" r="r" b="b"/>
            <a:pathLst>
              <a:path w="5581650" h="4343400">
                <a:moveTo>
                  <a:pt x="152410" y="0"/>
                </a:moveTo>
                <a:lnTo>
                  <a:pt x="5429240" y="0"/>
                </a:lnTo>
                <a:cubicBezTo>
                  <a:pt x="5513414" y="0"/>
                  <a:pt x="5581650" y="68236"/>
                  <a:pt x="5581650" y="152410"/>
                </a:cubicBezTo>
                <a:lnTo>
                  <a:pt x="5581650" y="4190990"/>
                </a:lnTo>
                <a:cubicBezTo>
                  <a:pt x="5581650" y="4275164"/>
                  <a:pt x="5513414" y="4343400"/>
                  <a:pt x="5429240" y="4343400"/>
                </a:cubicBezTo>
                <a:lnTo>
                  <a:pt x="152410" y="4343400"/>
                </a:lnTo>
                <a:cubicBezTo>
                  <a:pt x="68236" y="4343400"/>
                  <a:pt x="0" y="4275164"/>
                  <a:pt x="0" y="4190990"/>
                </a:cubicBezTo>
                <a:lnTo>
                  <a:pt x="0" y="152410"/>
                </a:lnTo>
                <a:cubicBezTo>
                  <a:pt x="0" y="68293"/>
                  <a:pt x="68293" y="0"/>
                  <a:pt x="152410" y="0"/>
                </a:cubicBezTo>
                <a:close/>
              </a:path>
            </a:pathLst>
          </a:custGeom>
          <a:gradFill flip="none" rotWithShape="1">
            <a:gsLst>
              <a:gs pos="0">
                <a:srgbClr val="8B5CF6">
                  <a:alpha val="10000"/>
                </a:srgbClr>
              </a:gs>
              <a:gs pos="100000">
                <a:srgbClr val="8B5CF6">
                  <a:alpha val="5000"/>
                </a:srgbClr>
              </a:gs>
            </a:gsLst>
            <a:lin ang="2700000" scaled="1"/>
          </a:gradFill>
          <a:ln w="25400">
            <a:solidFill>
              <a:srgbClr val="8B5C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57950" y="14668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26" name="Shape 24"/>
          <p:cNvSpPr/>
          <p:nvPr/>
        </p:nvSpPr>
        <p:spPr>
          <a:xfrm>
            <a:off x="6622256" y="16287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26789" y="80367"/>
                </a:moveTo>
                <a:cubicBezTo>
                  <a:pt x="41574" y="80367"/>
                  <a:pt x="53578" y="68363"/>
                  <a:pt x="53578" y="53578"/>
                </a:cubicBezTo>
                <a:cubicBezTo>
                  <a:pt x="53578" y="38793"/>
                  <a:pt x="41574" y="26789"/>
                  <a:pt x="26789" y="26789"/>
                </a:cubicBezTo>
                <a:cubicBezTo>
                  <a:pt x="12004" y="26789"/>
                  <a:pt x="0" y="38793"/>
                  <a:pt x="0" y="53578"/>
                </a:cubicBezTo>
                <a:cubicBezTo>
                  <a:pt x="0" y="68363"/>
                  <a:pt x="12004" y="80367"/>
                  <a:pt x="26789" y="80367"/>
                </a:cubicBezTo>
                <a:close/>
                <a:moveTo>
                  <a:pt x="107156" y="35719"/>
                </a:moveTo>
                <a:cubicBezTo>
                  <a:pt x="97278" y="35719"/>
                  <a:pt x="89297" y="43700"/>
                  <a:pt x="89297" y="53578"/>
                </a:cubicBezTo>
                <a:cubicBezTo>
                  <a:pt x="89297" y="63457"/>
                  <a:pt x="97278" y="71438"/>
                  <a:pt x="107156" y="71438"/>
                </a:cubicBezTo>
                <a:lnTo>
                  <a:pt x="267891" y="71438"/>
                </a:lnTo>
                <a:cubicBezTo>
                  <a:pt x="277769" y="71438"/>
                  <a:pt x="285750" y="63457"/>
                  <a:pt x="285750" y="53578"/>
                </a:cubicBezTo>
                <a:cubicBezTo>
                  <a:pt x="285750" y="43700"/>
                  <a:pt x="277769" y="35719"/>
                  <a:pt x="267891" y="35719"/>
                </a:cubicBezTo>
                <a:lnTo>
                  <a:pt x="107156" y="35719"/>
                </a:lnTo>
                <a:close/>
                <a:moveTo>
                  <a:pt x="107156" y="125016"/>
                </a:moveTo>
                <a:cubicBezTo>
                  <a:pt x="97278" y="125016"/>
                  <a:pt x="89297" y="132997"/>
                  <a:pt x="89297" y="142875"/>
                </a:cubicBezTo>
                <a:cubicBezTo>
                  <a:pt x="89297" y="152753"/>
                  <a:pt x="97278" y="160734"/>
                  <a:pt x="107156" y="160734"/>
                </a:cubicBezTo>
                <a:lnTo>
                  <a:pt x="267891" y="160734"/>
                </a:lnTo>
                <a:cubicBezTo>
                  <a:pt x="277769" y="160734"/>
                  <a:pt x="285750" y="152753"/>
                  <a:pt x="285750" y="142875"/>
                </a:cubicBezTo>
                <a:cubicBezTo>
                  <a:pt x="285750" y="132997"/>
                  <a:pt x="277769" y="125016"/>
                  <a:pt x="267891" y="125016"/>
                </a:cubicBezTo>
                <a:lnTo>
                  <a:pt x="107156" y="125016"/>
                </a:lnTo>
                <a:close/>
                <a:moveTo>
                  <a:pt x="107156" y="214313"/>
                </a:moveTo>
                <a:cubicBezTo>
                  <a:pt x="97278" y="214313"/>
                  <a:pt x="89297" y="222293"/>
                  <a:pt x="89297" y="232172"/>
                </a:cubicBezTo>
                <a:cubicBezTo>
                  <a:pt x="89297" y="242050"/>
                  <a:pt x="97278" y="250031"/>
                  <a:pt x="107156" y="250031"/>
                </a:cubicBezTo>
                <a:lnTo>
                  <a:pt x="267891" y="250031"/>
                </a:lnTo>
                <a:cubicBezTo>
                  <a:pt x="277769" y="250031"/>
                  <a:pt x="285750" y="242050"/>
                  <a:pt x="285750" y="232172"/>
                </a:cubicBezTo>
                <a:cubicBezTo>
                  <a:pt x="285750" y="222293"/>
                  <a:pt x="277769" y="214313"/>
                  <a:pt x="267891" y="214313"/>
                </a:cubicBezTo>
                <a:lnTo>
                  <a:pt x="107156" y="214313"/>
                </a:lnTo>
                <a:close/>
                <a:moveTo>
                  <a:pt x="26789" y="258961"/>
                </a:moveTo>
                <a:cubicBezTo>
                  <a:pt x="41574" y="258961"/>
                  <a:pt x="53578" y="246957"/>
                  <a:pt x="53578" y="232172"/>
                </a:cubicBezTo>
                <a:cubicBezTo>
                  <a:pt x="53578" y="217387"/>
                  <a:pt x="41574" y="205383"/>
                  <a:pt x="26789" y="205383"/>
                </a:cubicBezTo>
                <a:cubicBezTo>
                  <a:pt x="12004" y="205383"/>
                  <a:pt x="0" y="217387"/>
                  <a:pt x="0" y="232172"/>
                </a:cubicBezTo>
                <a:cubicBezTo>
                  <a:pt x="0" y="246957"/>
                  <a:pt x="12004" y="258961"/>
                  <a:pt x="26789" y="258961"/>
                </a:cubicBezTo>
                <a:close/>
                <a:moveTo>
                  <a:pt x="53578" y="142875"/>
                </a:moveTo>
                <a:cubicBezTo>
                  <a:pt x="53578" y="128090"/>
                  <a:pt x="41574" y="116086"/>
                  <a:pt x="26789" y="116086"/>
                </a:cubicBezTo>
                <a:cubicBezTo>
                  <a:pt x="12004" y="116086"/>
                  <a:pt x="0" y="128090"/>
                  <a:pt x="0" y="142875"/>
                </a:cubicBezTo>
                <a:cubicBezTo>
                  <a:pt x="0" y="157660"/>
                  <a:pt x="12004" y="169664"/>
                  <a:pt x="26789" y="169664"/>
                </a:cubicBezTo>
                <a:cubicBezTo>
                  <a:pt x="41574" y="169664"/>
                  <a:pt x="53578" y="157660"/>
                  <a:pt x="53578" y="1428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219950" y="1600200"/>
            <a:ext cx="10001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8B5CF6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Switch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86525" y="23431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0" y="2305050"/>
            <a:ext cx="19621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 value comparisons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86525" y="27622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0" y="2724150"/>
            <a:ext cx="1685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fixed options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486525" y="31813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0" y="3143250"/>
            <a:ext cx="2352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Same variable, different values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57950" y="3638550"/>
            <a:ext cx="5105400" cy="1104900"/>
          </a:xfrm>
          <a:custGeom>
            <a:avLst/>
            <a:gdLst/>
            <a:ahLst/>
            <a:cxnLst/>
            <a:rect l="l" t="t" r="r" b="b"/>
            <a:pathLst>
              <a:path w="5105400" h="1104900">
                <a:moveTo>
                  <a:pt x="114302" y="0"/>
                </a:moveTo>
                <a:lnTo>
                  <a:pt x="4991098" y="0"/>
                </a:lnTo>
                <a:cubicBezTo>
                  <a:pt x="5054225" y="0"/>
                  <a:pt x="5105400" y="51175"/>
                  <a:pt x="5105400" y="114302"/>
                </a:cubicBezTo>
                <a:lnTo>
                  <a:pt x="5105400" y="990598"/>
                </a:lnTo>
                <a:cubicBezTo>
                  <a:pt x="5105400" y="1053725"/>
                  <a:pt x="5054225" y="1104900"/>
                  <a:pt x="4991098" y="1104900"/>
                </a:cubicBezTo>
                <a:lnTo>
                  <a:pt x="114302" y="1104900"/>
                </a:lnTo>
                <a:cubicBezTo>
                  <a:pt x="51175" y="1104900"/>
                  <a:pt x="0" y="1053725"/>
                  <a:pt x="0" y="9905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610350" y="3790950"/>
            <a:ext cx="487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Example: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610350" y="4095750"/>
            <a:ext cx="4800600" cy="495300"/>
          </a:xfrm>
          <a:custGeom>
            <a:avLst/>
            <a:gdLst/>
            <a:ahLst/>
            <a:cxnLst/>
            <a:rect l="l" t="t" r="r" b="b"/>
            <a:pathLst>
              <a:path w="4800600" h="495300">
                <a:moveTo>
                  <a:pt x="76202" y="0"/>
                </a:moveTo>
                <a:lnTo>
                  <a:pt x="4724398" y="0"/>
                </a:lnTo>
                <a:cubicBezTo>
                  <a:pt x="4766483" y="0"/>
                  <a:pt x="4800600" y="34117"/>
                  <a:pt x="4800600" y="76202"/>
                </a:cubicBezTo>
                <a:lnTo>
                  <a:pt x="4800600" y="419098"/>
                </a:lnTo>
                <a:cubicBezTo>
                  <a:pt x="4800600" y="461183"/>
                  <a:pt x="4766483" y="495300"/>
                  <a:pt x="4724398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37" name="Text 35"/>
          <p:cNvSpPr/>
          <p:nvPr/>
        </p:nvSpPr>
        <p:spPr>
          <a:xfrm>
            <a:off x="6762750" y="4248150"/>
            <a:ext cx="36373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3B82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$day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086501" y="4248150"/>
            <a:ext cx="21451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B5CF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==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7261027" y="4248150"/>
            <a:ext cx="63410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22C55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"Monday"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381000" y="5810250"/>
            <a:ext cx="11430000" cy="666750"/>
          </a:xfrm>
          <a:custGeom>
            <a:avLst/>
            <a:gdLst/>
            <a:ahLst/>
            <a:cxnLst/>
            <a:rect l="l" t="t" r="r" b="b"/>
            <a:pathLst>
              <a:path w="11430000" h="666750">
                <a:moveTo>
                  <a:pt x="114301" y="0"/>
                </a:moveTo>
                <a:lnTo>
                  <a:pt x="11315699" y="0"/>
                </a:lnTo>
                <a:cubicBezTo>
                  <a:pt x="11378826" y="0"/>
                  <a:pt x="11430000" y="51174"/>
                  <a:pt x="11430000" y="114301"/>
                </a:cubicBezTo>
                <a:lnTo>
                  <a:pt x="11430000" y="552449"/>
                </a:lnTo>
                <a:cubicBezTo>
                  <a:pt x="11430000" y="615576"/>
                  <a:pt x="11378826" y="666750"/>
                  <a:pt x="11315699" y="666750"/>
                </a:cubicBezTo>
                <a:lnTo>
                  <a:pt x="114301" y="666750"/>
                </a:lnTo>
                <a:cubicBezTo>
                  <a:pt x="51174" y="666750"/>
                  <a:pt x="0" y="615576"/>
                  <a:pt x="0" y="5524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10000"/>
                </a:srgbClr>
              </a:gs>
              <a:gs pos="50000">
                <a:srgbClr val="8B5CF6">
                  <a:alpha val="10000"/>
                </a:srgbClr>
              </a:gs>
              <a:gs pos="100000">
                <a:srgbClr val="3B82F6">
                  <a:alpha val="10000"/>
                </a:srgbClr>
              </a:gs>
            </a:gsLst>
            <a:lin ang="0" scaled="1"/>
          </a:gradFill>
          <a:ln/>
        </p:spPr>
      </p:sp>
      <p:sp>
        <p:nvSpPr>
          <p:cNvPr id="41" name="Shape 39"/>
          <p:cNvSpPr/>
          <p:nvPr/>
        </p:nvSpPr>
        <p:spPr>
          <a:xfrm>
            <a:off x="3259832" y="6000750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72734" y="-10548"/>
                </a:moveTo>
                <a:cubicBezTo>
                  <a:pt x="170445" y="-15013"/>
                  <a:pt x="165813" y="-17859"/>
                  <a:pt x="160790" y="-17859"/>
                </a:cubicBezTo>
                <a:cubicBezTo>
                  <a:pt x="155767" y="-17859"/>
                  <a:pt x="151135" y="-15013"/>
                  <a:pt x="148847" y="-10548"/>
                </a:cubicBezTo>
                <a:lnTo>
                  <a:pt x="107770" y="69931"/>
                </a:lnTo>
                <a:lnTo>
                  <a:pt x="18529" y="84106"/>
                </a:lnTo>
                <a:cubicBezTo>
                  <a:pt x="13562" y="84888"/>
                  <a:pt x="9432" y="88404"/>
                  <a:pt x="7869" y="93204"/>
                </a:cubicBezTo>
                <a:cubicBezTo>
                  <a:pt x="6307" y="98003"/>
                  <a:pt x="7590" y="103250"/>
                  <a:pt x="11106" y="106821"/>
                </a:cubicBezTo>
                <a:lnTo>
                  <a:pt x="74954" y="170724"/>
                </a:lnTo>
                <a:lnTo>
                  <a:pt x="60889" y="259966"/>
                </a:lnTo>
                <a:cubicBezTo>
                  <a:pt x="60108" y="264933"/>
                  <a:pt x="62173" y="269956"/>
                  <a:pt x="66247" y="272914"/>
                </a:cubicBezTo>
                <a:cubicBezTo>
                  <a:pt x="70321" y="275872"/>
                  <a:pt x="75679" y="276318"/>
                  <a:pt x="80200" y="274030"/>
                </a:cubicBezTo>
                <a:lnTo>
                  <a:pt x="160790" y="233065"/>
                </a:lnTo>
                <a:lnTo>
                  <a:pt x="241325" y="274030"/>
                </a:lnTo>
                <a:cubicBezTo>
                  <a:pt x="245790" y="276318"/>
                  <a:pt x="251203" y="275872"/>
                  <a:pt x="255277" y="272914"/>
                </a:cubicBezTo>
                <a:cubicBezTo>
                  <a:pt x="259352" y="269956"/>
                  <a:pt x="261417" y="264988"/>
                  <a:pt x="260635" y="259966"/>
                </a:cubicBezTo>
                <a:lnTo>
                  <a:pt x="246515" y="170724"/>
                </a:lnTo>
                <a:lnTo>
                  <a:pt x="310362" y="106821"/>
                </a:lnTo>
                <a:cubicBezTo>
                  <a:pt x="313934" y="103250"/>
                  <a:pt x="315162" y="98003"/>
                  <a:pt x="313599" y="93204"/>
                </a:cubicBezTo>
                <a:cubicBezTo>
                  <a:pt x="312037" y="88404"/>
                  <a:pt x="307963" y="84888"/>
                  <a:pt x="302940" y="84106"/>
                </a:cubicBezTo>
                <a:lnTo>
                  <a:pt x="213754" y="69931"/>
                </a:lnTo>
                <a:lnTo>
                  <a:pt x="172734" y="-10548"/>
                </a:ln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2" name="Text 40"/>
          <p:cNvSpPr/>
          <p:nvPr/>
        </p:nvSpPr>
        <p:spPr>
          <a:xfrm>
            <a:off x="3749179" y="6010275"/>
            <a:ext cx="5295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 of Thumb: Use Switch for menus, If for complex decisions!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4757" y="364757"/>
            <a:ext cx="11681340" cy="4377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47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Practice Tasks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364757" y="911892"/>
            <a:ext cx="875417" cy="36476"/>
          </a:xfrm>
          <a:custGeom>
            <a:avLst/>
            <a:gdLst/>
            <a:ahLst/>
            <a:cxnLst/>
            <a:rect l="l" t="t" r="r" b="b"/>
            <a:pathLst>
              <a:path w="875417" h="36476">
                <a:moveTo>
                  <a:pt x="18238" y="0"/>
                </a:moveTo>
                <a:lnTo>
                  <a:pt x="857179" y="0"/>
                </a:lnTo>
                <a:cubicBezTo>
                  <a:pt x="867251" y="0"/>
                  <a:pt x="875417" y="8165"/>
                  <a:pt x="875417" y="18238"/>
                </a:cubicBezTo>
                <a:lnTo>
                  <a:pt x="875417" y="18238"/>
                </a:lnTo>
                <a:cubicBezTo>
                  <a:pt x="875417" y="28310"/>
                  <a:pt x="867251" y="36476"/>
                  <a:pt x="857179" y="36476"/>
                </a:cubicBezTo>
                <a:lnTo>
                  <a:pt x="18238" y="36476"/>
                </a:lnTo>
                <a:cubicBezTo>
                  <a:pt x="8165" y="36476"/>
                  <a:pt x="0" y="28310"/>
                  <a:pt x="0" y="18238"/>
                </a:cubicBezTo>
                <a:lnTo>
                  <a:pt x="0" y="18238"/>
                </a:lnTo>
                <a:cubicBezTo>
                  <a:pt x="0" y="8165"/>
                  <a:pt x="8165" y="0"/>
                  <a:pt x="18238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364757" y="1057795"/>
            <a:ext cx="11553675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Try these beginner-friendly exercises!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2995" y="1531979"/>
            <a:ext cx="5599019" cy="1677882"/>
          </a:xfrm>
          <a:custGeom>
            <a:avLst/>
            <a:gdLst/>
            <a:ahLst/>
            <a:cxnLst/>
            <a:rect l="l" t="t" r="r" b="b"/>
            <a:pathLst>
              <a:path w="5599019" h="1677882">
                <a:moveTo>
                  <a:pt x="36476" y="0"/>
                </a:moveTo>
                <a:lnTo>
                  <a:pt x="5489587" y="0"/>
                </a:lnTo>
                <a:cubicBezTo>
                  <a:pt x="5550025" y="0"/>
                  <a:pt x="5599019" y="48994"/>
                  <a:pt x="5599019" y="109431"/>
                </a:cubicBezTo>
                <a:lnTo>
                  <a:pt x="5599019" y="1568450"/>
                </a:lnTo>
                <a:cubicBezTo>
                  <a:pt x="5599019" y="1628888"/>
                  <a:pt x="5550025" y="1677882"/>
                  <a:pt x="5489587" y="1677882"/>
                </a:cubicBezTo>
                <a:lnTo>
                  <a:pt x="36476" y="1677882"/>
                </a:lnTo>
                <a:cubicBezTo>
                  <a:pt x="16331" y="1677882"/>
                  <a:pt x="0" y="1661551"/>
                  <a:pt x="0" y="1641406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6" name="Shape 4"/>
          <p:cNvSpPr/>
          <p:nvPr/>
        </p:nvSpPr>
        <p:spPr>
          <a:xfrm>
            <a:off x="382995" y="1531979"/>
            <a:ext cx="36476" cy="1677882"/>
          </a:xfrm>
          <a:custGeom>
            <a:avLst/>
            <a:gdLst/>
            <a:ahLst/>
            <a:cxnLst/>
            <a:rect l="l" t="t" r="r" b="b"/>
            <a:pathLst>
              <a:path w="36476" h="1677882">
                <a:moveTo>
                  <a:pt x="36476" y="0"/>
                </a:moveTo>
                <a:lnTo>
                  <a:pt x="36476" y="0"/>
                </a:lnTo>
                <a:lnTo>
                  <a:pt x="36476" y="1677882"/>
                </a:lnTo>
                <a:lnTo>
                  <a:pt x="36476" y="1677882"/>
                </a:lnTo>
                <a:cubicBezTo>
                  <a:pt x="16331" y="1677882"/>
                  <a:pt x="0" y="1661551"/>
                  <a:pt x="0" y="1641406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583611" y="1714358"/>
            <a:ext cx="437708" cy="437708"/>
          </a:xfrm>
          <a:custGeom>
            <a:avLst/>
            <a:gdLst/>
            <a:ahLst/>
            <a:cxnLst/>
            <a:rect l="l" t="t" r="r" b="b"/>
            <a:pathLst>
              <a:path w="437708" h="437708">
                <a:moveTo>
                  <a:pt x="72953" y="0"/>
                </a:moveTo>
                <a:lnTo>
                  <a:pt x="364755" y="0"/>
                </a:lnTo>
                <a:cubicBezTo>
                  <a:pt x="405019" y="0"/>
                  <a:pt x="437708" y="32689"/>
                  <a:pt x="437708" y="72953"/>
                </a:cubicBezTo>
                <a:lnTo>
                  <a:pt x="437708" y="364755"/>
                </a:lnTo>
                <a:cubicBezTo>
                  <a:pt x="437708" y="405046"/>
                  <a:pt x="405046" y="437708"/>
                  <a:pt x="364755" y="437708"/>
                </a:cubicBezTo>
                <a:lnTo>
                  <a:pt x="72953" y="437708"/>
                </a:lnTo>
                <a:cubicBezTo>
                  <a:pt x="32662" y="437708"/>
                  <a:pt x="0" y="405046"/>
                  <a:pt x="0" y="364755"/>
                </a:cubicBezTo>
                <a:lnTo>
                  <a:pt x="0" y="72953"/>
                </a:lnTo>
                <a:cubicBezTo>
                  <a:pt x="0" y="32689"/>
                  <a:pt x="32689" y="0"/>
                  <a:pt x="72953" y="0"/>
                </a:cubicBezTo>
                <a:close/>
              </a:path>
            </a:pathLst>
          </a:cu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73494" y="1805547"/>
            <a:ext cx="145903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30746" y="1805547"/>
            <a:ext cx="1094271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b="1" dirty="0">
                <a:solidFill>
                  <a:srgbClr val="3B82F6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Even or Odd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83611" y="2261493"/>
            <a:ext cx="5288975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 if a number is even or odd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3611" y="2553298"/>
            <a:ext cx="5216024" cy="474184"/>
          </a:xfrm>
          <a:custGeom>
            <a:avLst/>
            <a:gdLst/>
            <a:ahLst/>
            <a:cxnLst/>
            <a:rect l="l" t="t" r="r" b="b"/>
            <a:pathLst>
              <a:path w="5216024" h="474184">
                <a:moveTo>
                  <a:pt x="72953" y="0"/>
                </a:moveTo>
                <a:lnTo>
                  <a:pt x="5143071" y="0"/>
                </a:lnTo>
                <a:cubicBezTo>
                  <a:pt x="5183362" y="0"/>
                  <a:pt x="5216024" y="32662"/>
                  <a:pt x="5216024" y="72953"/>
                </a:cubicBezTo>
                <a:lnTo>
                  <a:pt x="5216024" y="401231"/>
                </a:lnTo>
                <a:cubicBezTo>
                  <a:pt x="5216024" y="441522"/>
                  <a:pt x="5183362" y="474184"/>
                  <a:pt x="5143071" y="474184"/>
                </a:cubicBezTo>
                <a:lnTo>
                  <a:pt x="72953" y="474184"/>
                </a:lnTo>
                <a:cubicBezTo>
                  <a:pt x="32689" y="474184"/>
                  <a:pt x="0" y="441495"/>
                  <a:pt x="0" y="401231"/>
                </a:cubicBezTo>
                <a:lnTo>
                  <a:pt x="0" y="72953"/>
                </a:lnTo>
                <a:cubicBezTo>
                  <a:pt x="0" y="32689"/>
                  <a:pt x="32689" y="0"/>
                  <a:pt x="72953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729514" y="2699201"/>
            <a:ext cx="1874129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Hint: Use % (modulo) operator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82995" y="3355764"/>
            <a:ext cx="5599019" cy="1677882"/>
          </a:xfrm>
          <a:custGeom>
            <a:avLst/>
            <a:gdLst/>
            <a:ahLst/>
            <a:cxnLst/>
            <a:rect l="l" t="t" r="r" b="b"/>
            <a:pathLst>
              <a:path w="5599019" h="1677882">
                <a:moveTo>
                  <a:pt x="36476" y="0"/>
                </a:moveTo>
                <a:lnTo>
                  <a:pt x="5489587" y="0"/>
                </a:lnTo>
                <a:cubicBezTo>
                  <a:pt x="5550025" y="0"/>
                  <a:pt x="5599019" y="48994"/>
                  <a:pt x="5599019" y="109431"/>
                </a:cubicBezTo>
                <a:lnTo>
                  <a:pt x="5599019" y="1568450"/>
                </a:lnTo>
                <a:cubicBezTo>
                  <a:pt x="5599019" y="1628888"/>
                  <a:pt x="5550025" y="1677882"/>
                  <a:pt x="5489587" y="1677882"/>
                </a:cubicBezTo>
                <a:lnTo>
                  <a:pt x="36476" y="1677882"/>
                </a:lnTo>
                <a:cubicBezTo>
                  <a:pt x="16331" y="1677882"/>
                  <a:pt x="0" y="1661551"/>
                  <a:pt x="0" y="1641406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14" name="Shape 12"/>
          <p:cNvSpPr/>
          <p:nvPr/>
        </p:nvSpPr>
        <p:spPr>
          <a:xfrm>
            <a:off x="382995" y="3355764"/>
            <a:ext cx="36476" cy="1677882"/>
          </a:xfrm>
          <a:custGeom>
            <a:avLst/>
            <a:gdLst/>
            <a:ahLst/>
            <a:cxnLst/>
            <a:rect l="l" t="t" r="r" b="b"/>
            <a:pathLst>
              <a:path w="36476" h="1677882">
                <a:moveTo>
                  <a:pt x="36476" y="0"/>
                </a:moveTo>
                <a:lnTo>
                  <a:pt x="36476" y="0"/>
                </a:lnTo>
                <a:lnTo>
                  <a:pt x="36476" y="1677882"/>
                </a:lnTo>
                <a:lnTo>
                  <a:pt x="36476" y="1677882"/>
                </a:lnTo>
                <a:cubicBezTo>
                  <a:pt x="16331" y="1677882"/>
                  <a:pt x="0" y="1661551"/>
                  <a:pt x="0" y="1641406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15" name="Shape 13"/>
          <p:cNvSpPr/>
          <p:nvPr/>
        </p:nvSpPr>
        <p:spPr>
          <a:xfrm>
            <a:off x="583611" y="3538142"/>
            <a:ext cx="437708" cy="437708"/>
          </a:xfrm>
          <a:custGeom>
            <a:avLst/>
            <a:gdLst/>
            <a:ahLst/>
            <a:cxnLst/>
            <a:rect l="l" t="t" r="r" b="b"/>
            <a:pathLst>
              <a:path w="437708" h="437708">
                <a:moveTo>
                  <a:pt x="72953" y="0"/>
                </a:moveTo>
                <a:lnTo>
                  <a:pt x="364755" y="0"/>
                </a:lnTo>
                <a:cubicBezTo>
                  <a:pt x="405019" y="0"/>
                  <a:pt x="437708" y="32689"/>
                  <a:pt x="437708" y="72953"/>
                </a:cubicBezTo>
                <a:lnTo>
                  <a:pt x="437708" y="364755"/>
                </a:lnTo>
                <a:cubicBezTo>
                  <a:pt x="437708" y="405046"/>
                  <a:pt x="405046" y="437708"/>
                  <a:pt x="364755" y="437708"/>
                </a:cubicBezTo>
                <a:lnTo>
                  <a:pt x="72953" y="437708"/>
                </a:lnTo>
                <a:cubicBezTo>
                  <a:pt x="32662" y="437708"/>
                  <a:pt x="0" y="405046"/>
                  <a:pt x="0" y="364755"/>
                </a:cubicBezTo>
                <a:lnTo>
                  <a:pt x="0" y="72953"/>
                </a:lnTo>
                <a:cubicBezTo>
                  <a:pt x="0" y="32689"/>
                  <a:pt x="32689" y="0"/>
                  <a:pt x="72953" y="0"/>
                </a:cubicBezTo>
                <a:close/>
              </a:path>
            </a:pathLst>
          </a:custGeom>
          <a:solidFill>
            <a:srgbClr val="8B5CF6"/>
          </a:solidFill>
          <a:ln/>
        </p:spPr>
      </p:sp>
      <p:sp>
        <p:nvSpPr>
          <p:cNvPr id="16" name="Text 14"/>
          <p:cNvSpPr/>
          <p:nvPr/>
        </p:nvSpPr>
        <p:spPr>
          <a:xfrm>
            <a:off x="756016" y="3629331"/>
            <a:ext cx="182378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30746" y="3629331"/>
            <a:ext cx="957487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b="1" dirty="0">
                <a:solidFill>
                  <a:srgbClr val="8B5CF6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Pass or Fail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83611" y="4085277"/>
            <a:ext cx="5288975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Marks 40+ is pass, below is fail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83611" y="4377083"/>
            <a:ext cx="5216024" cy="474184"/>
          </a:xfrm>
          <a:custGeom>
            <a:avLst/>
            <a:gdLst/>
            <a:ahLst/>
            <a:cxnLst/>
            <a:rect l="l" t="t" r="r" b="b"/>
            <a:pathLst>
              <a:path w="5216024" h="474184">
                <a:moveTo>
                  <a:pt x="72953" y="0"/>
                </a:moveTo>
                <a:lnTo>
                  <a:pt x="5143071" y="0"/>
                </a:lnTo>
                <a:cubicBezTo>
                  <a:pt x="5183362" y="0"/>
                  <a:pt x="5216024" y="32662"/>
                  <a:pt x="5216024" y="72953"/>
                </a:cubicBezTo>
                <a:lnTo>
                  <a:pt x="5216024" y="401231"/>
                </a:lnTo>
                <a:cubicBezTo>
                  <a:pt x="5216024" y="441522"/>
                  <a:pt x="5183362" y="474184"/>
                  <a:pt x="5143071" y="474184"/>
                </a:cubicBezTo>
                <a:lnTo>
                  <a:pt x="72953" y="474184"/>
                </a:lnTo>
                <a:cubicBezTo>
                  <a:pt x="32689" y="474184"/>
                  <a:pt x="0" y="441495"/>
                  <a:pt x="0" y="401231"/>
                </a:cubicBezTo>
                <a:lnTo>
                  <a:pt x="0" y="72953"/>
                </a:lnTo>
                <a:cubicBezTo>
                  <a:pt x="0" y="32689"/>
                  <a:pt x="32689" y="0"/>
                  <a:pt x="72953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729514" y="4522986"/>
            <a:ext cx="1381517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Use if-else statement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82995" y="5179548"/>
            <a:ext cx="5599019" cy="1677882"/>
          </a:xfrm>
          <a:custGeom>
            <a:avLst/>
            <a:gdLst/>
            <a:ahLst/>
            <a:cxnLst/>
            <a:rect l="l" t="t" r="r" b="b"/>
            <a:pathLst>
              <a:path w="5599019" h="1677882">
                <a:moveTo>
                  <a:pt x="36476" y="0"/>
                </a:moveTo>
                <a:lnTo>
                  <a:pt x="5489587" y="0"/>
                </a:lnTo>
                <a:cubicBezTo>
                  <a:pt x="5550025" y="0"/>
                  <a:pt x="5599019" y="48994"/>
                  <a:pt x="5599019" y="109431"/>
                </a:cubicBezTo>
                <a:lnTo>
                  <a:pt x="5599019" y="1568450"/>
                </a:lnTo>
                <a:cubicBezTo>
                  <a:pt x="5599019" y="1628888"/>
                  <a:pt x="5550025" y="1677882"/>
                  <a:pt x="5489587" y="1677882"/>
                </a:cubicBezTo>
                <a:lnTo>
                  <a:pt x="36476" y="1677882"/>
                </a:lnTo>
                <a:cubicBezTo>
                  <a:pt x="16331" y="1677882"/>
                  <a:pt x="0" y="1661551"/>
                  <a:pt x="0" y="1641406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22" name="Shape 20"/>
          <p:cNvSpPr/>
          <p:nvPr/>
        </p:nvSpPr>
        <p:spPr>
          <a:xfrm>
            <a:off x="382995" y="5179548"/>
            <a:ext cx="36476" cy="1677882"/>
          </a:xfrm>
          <a:custGeom>
            <a:avLst/>
            <a:gdLst/>
            <a:ahLst/>
            <a:cxnLst/>
            <a:rect l="l" t="t" r="r" b="b"/>
            <a:pathLst>
              <a:path w="36476" h="1677882">
                <a:moveTo>
                  <a:pt x="36476" y="0"/>
                </a:moveTo>
                <a:lnTo>
                  <a:pt x="36476" y="0"/>
                </a:lnTo>
                <a:lnTo>
                  <a:pt x="36476" y="1677882"/>
                </a:lnTo>
                <a:lnTo>
                  <a:pt x="36476" y="1677882"/>
                </a:lnTo>
                <a:cubicBezTo>
                  <a:pt x="16331" y="1677882"/>
                  <a:pt x="0" y="1661551"/>
                  <a:pt x="0" y="1641406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23" name="Shape 21"/>
          <p:cNvSpPr/>
          <p:nvPr/>
        </p:nvSpPr>
        <p:spPr>
          <a:xfrm>
            <a:off x="583611" y="5361927"/>
            <a:ext cx="437708" cy="437708"/>
          </a:xfrm>
          <a:custGeom>
            <a:avLst/>
            <a:gdLst/>
            <a:ahLst/>
            <a:cxnLst/>
            <a:rect l="l" t="t" r="r" b="b"/>
            <a:pathLst>
              <a:path w="437708" h="437708">
                <a:moveTo>
                  <a:pt x="72953" y="0"/>
                </a:moveTo>
                <a:lnTo>
                  <a:pt x="364755" y="0"/>
                </a:lnTo>
                <a:cubicBezTo>
                  <a:pt x="405019" y="0"/>
                  <a:pt x="437708" y="32689"/>
                  <a:pt x="437708" y="72953"/>
                </a:cubicBezTo>
                <a:lnTo>
                  <a:pt x="437708" y="364755"/>
                </a:lnTo>
                <a:cubicBezTo>
                  <a:pt x="437708" y="405046"/>
                  <a:pt x="405046" y="437708"/>
                  <a:pt x="364755" y="437708"/>
                </a:cubicBezTo>
                <a:lnTo>
                  <a:pt x="72953" y="437708"/>
                </a:lnTo>
                <a:cubicBezTo>
                  <a:pt x="32662" y="437708"/>
                  <a:pt x="0" y="405046"/>
                  <a:pt x="0" y="364755"/>
                </a:cubicBezTo>
                <a:lnTo>
                  <a:pt x="0" y="72953"/>
                </a:lnTo>
                <a:cubicBezTo>
                  <a:pt x="0" y="32689"/>
                  <a:pt x="32689" y="0"/>
                  <a:pt x="72953" y="0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24" name="Text 22"/>
          <p:cNvSpPr/>
          <p:nvPr/>
        </p:nvSpPr>
        <p:spPr>
          <a:xfrm>
            <a:off x="753641" y="5453116"/>
            <a:ext cx="191497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30746" y="5453116"/>
            <a:ext cx="911892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b="1" dirty="0">
                <a:solidFill>
                  <a:srgbClr val="22C55E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Day Name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83611" y="5909062"/>
            <a:ext cx="5288975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Print day name using switch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583611" y="6200868"/>
            <a:ext cx="5216024" cy="474184"/>
          </a:xfrm>
          <a:custGeom>
            <a:avLst/>
            <a:gdLst/>
            <a:ahLst/>
            <a:cxnLst/>
            <a:rect l="l" t="t" r="r" b="b"/>
            <a:pathLst>
              <a:path w="5216024" h="474184">
                <a:moveTo>
                  <a:pt x="72953" y="0"/>
                </a:moveTo>
                <a:lnTo>
                  <a:pt x="5143071" y="0"/>
                </a:lnTo>
                <a:cubicBezTo>
                  <a:pt x="5183362" y="0"/>
                  <a:pt x="5216024" y="32662"/>
                  <a:pt x="5216024" y="72953"/>
                </a:cubicBezTo>
                <a:lnTo>
                  <a:pt x="5216024" y="401231"/>
                </a:lnTo>
                <a:cubicBezTo>
                  <a:pt x="5216024" y="441522"/>
                  <a:pt x="5183362" y="474184"/>
                  <a:pt x="5143071" y="474184"/>
                </a:cubicBezTo>
                <a:lnTo>
                  <a:pt x="72953" y="474184"/>
                </a:lnTo>
                <a:cubicBezTo>
                  <a:pt x="32689" y="474184"/>
                  <a:pt x="0" y="441495"/>
                  <a:pt x="0" y="401231"/>
                </a:cubicBezTo>
                <a:lnTo>
                  <a:pt x="0" y="72953"/>
                </a:lnTo>
                <a:cubicBezTo>
                  <a:pt x="0" y="32689"/>
                  <a:pt x="32689" y="0"/>
                  <a:pt x="72953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729514" y="6346770"/>
            <a:ext cx="1508042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Use switch with 7 cases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23095" y="1531979"/>
            <a:ext cx="5599019" cy="1677882"/>
          </a:xfrm>
          <a:custGeom>
            <a:avLst/>
            <a:gdLst/>
            <a:ahLst/>
            <a:cxnLst/>
            <a:rect l="l" t="t" r="r" b="b"/>
            <a:pathLst>
              <a:path w="5599019" h="1677882">
                <a:moveTo>
                  <a:pt x="36476" y="0"/>
                </a:moveTo>
                <a:lnTo>
                  <a:pt x="5489587" y="0"/>
                </a:lnTo>
                <a:cubicBezTo>
                  <a:pt x="5550025" y="0"/>
                  <a:pt x="5599019" y="48994"/>
                  <a:pt x="5599019" y="109431"/>
                </a:cubicBezTo>
                <a:lnTo>
                  <a:pt x="5599019" y="1568450"/>
                </a:lnTo>
                <a:cubicBezTo>
                  <a:pt x="5599019" y="1628888"/>
                  <a:pt x="5550025" y="1677882"/>
                  <a:pt x="5489587" y="1677882"/>
                </a:cubicBezTo>
                <a:lnTo>
                  <a:pt x="36476" y="1677882"/>
                </a:lnTo>
                <a:cubicBezTo>
                  <a:pt x="16331" y="1677882"/>
                  <a:pt x="0" y="1661551"/>
                  <a:pt x="0" y="1641406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0" name="Shape 28"/>
          <p:cNvSpPr/>
          <p:nvPr/>
        </p:nvSpPr>
        <p:spPr>
          <a:xfrm>
            <a:off x="6223095" y="1531979"/>
            <a:ext cx="36476" cy="1677882"/>
          </a:xfrm>
          <a:custGeom>
            <a:avLst/>
            <a:gdLst/>
            <a:ahLst/>
            <a:cxnLst/>
            <a:rect l="l" t="t" r="r" b="b"/>
            <a:pathLst>
              <a:path w="36476" h="1677882">
                <a:moveTo>
                  <a:pt x="36476" y="0"/>
                </a:moveTo>
                <a:lnTo>
                  <a:pt x="36476" y="0"/>
                </a:lnTo>
                <a:lnTo>
                  <a:pt x="36476" y="1677882"/>
                </a:lnTo>
                <a:lnTo>
                  <a:pt x="36476" y="1677882"/>
                </a:lnTo>
                <a:cubicBezTo>
                  <a:pt x="16331" y="1677882"/>
                  <a:pt x="0" y="1661551"/>
                  <a:pt x="0" y="1641406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1" name="Shape 29"/>
          <p:cNvSpPr/>
          <p:nvPr/>
        </p:nvSpPr>
        <p:spPr>
          <a:xfrm>
            <a:off x="6423711" y="1714358"/>
            <a:ext cx="437708" cy="437708"/>
          </a:xfrm>
          <a:custGeom>
            <a:avLst/>
            <a:gdLst/>
            <a:ahLst/>
            <a:cxnLst/>
            <a:rect l="l" t="t" r="r" b="b"/>
            <a:pathLst>
              <a:path w="437708" h="437708">
                <a:moveTo>
                  <a:pt x="72953" y="0"/>
                </a:moveTo>
                <a:lnTo>
                  <a:pt x="364755" y="0"/>
                </a:lnTo>
                <a:cubicBezTo>
                  <a:pt x="405019" y="0"/>
                  <a:pt x="437708" y="32689"/>
                  <a:pt x="437708" y="72953"/>
                </a:cubicBezTo>
                <a:lnTo>
                  <a:pt x="437708" y="364755"/>
                </a:lnTo>
                <a:cubicBezTo>
                  <a:pt x="437708" y="405046"/>
                  <a:pt x="405046" y="437708"/>
                  <a:pt x="364755" y="437708"/>
                </a:cubicBezTo>
                <a:lnTo>
                  <a:pt x="72953" y="437708"/>
                </a:lnTo>
                <a:cubicBezTo>
                  <a:pt x="32662" y="437708"/>
                  <a:pt x="0" y="405046"/>
                  <a:pt x="0" y="364755"/>
                </a:cubicBezTo>
                <a:lnTo>
                  <a:pt x="0" y="72953"/>
                </a:lnTo>
                <a:cubicBezTo>
                  <a:pt x="0" y="32689"/>
                  <a:pt x="32689" y="0"/>
                  <a:pt x="72953" y="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6596211" y="1805547"/>
            <a:ext cx="182378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970847" y="1805547"/>
            <a:ext cx="1449909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b="1" dirty="0">
                <a:solidFill>
                  <a:srgbClr val="F59E0B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Voting Eligibility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23711" y="2261493"/>
            <a:ext cx="5288975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Check if person can vote (age 18+)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23711" y="2553298"/>
            <a:ext cx="5216024" cy="474184"/>
          </a:xfrm>
          <a:custGeom>
            <a:avLst/>
            <a:gdLst/>
            <a:ahLst/>
            <a:cxnLst/>
            <a:rect l="l" t="t" r="r" b="b"/>
            <a:pathLst>
              <a:path w="5216024" h="474184">
                <a:moveTo>
                  <a:pt x="72953" y="0"/>
                </a:moveTo>
                <a:lnTo>
                  <a:pt x="5143071" y="0"/>
                </a:lnTo>
                <a:cubicBezTo>
                  <a:pt x="5183362" y="0"/>
                  <a:pt x="5216024" y="32662"/>
                  <a:pt x="5216024" y="72953"/>
                </a:cubicBezTo>
                <a:lnTo>
                  <a:pt x="5216024" y="401231"/>
                </a:lnTo>
                <a:cubicBezTo>
                  <a:pt x="5216024" y="441522"/>
                  <a:pt x="5183362" y="474184"/>
                  <a:pt x="5143071" y="474184"/>
                </a:cubicBezTo>
                <a:lnTo>
                  <a:pt x="72953" y="474184"/>
                </a:lnTo>
                <a:cubicBezTo>
                  <a:pt x="32689" y="474184"/>
                  <a:pt x="0" y="441495"/>
                  <a:pt x="0" y="401231"/>
                </a:cubicBezTo>
                <a:lnTo>
                  <a:pt x="0" y="72953"/>
                </a:lnTo>
                <a:cubicBezTo>
                  <a:pt x="0" y="32689"/>
                  <a:pt x="32689" y="0"/>
                  <a:pt x="72953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36" name="Text 34"/>
          <p:cNvSpPr/>
          <p:nvPr/>
        </p:nvSpPr>
        <p:spPr>
          <a:xfrm>
            <a:off x="6569614" y="2699201"/>
            <a:ext cx="1500538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Use simple if statement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223095" y="3355764"/>
            <a:ext cx="5599019" cy="1677882"/>
          </a:xfrm>
          <a:custGeom>
            <a:avLst/>
            <a:gdLst/>
            <a:ahLst/>
            <a:cxnLst/>
            <a:rect l="l" t="t" r="r" b="b"/>
            <a:pathLst>
              <a:path w="5599019" h="1677882">
                <a:moveTo>
                  <a:pt x="36476" y="0"/>
                </a:moveTo>
                <a:lnTo>
                  <a:pt x="5489587" y="0"/>
                </a:lnTo>
                <a:cubicBezTo>
                  <a:pt x="5550025" y="0"/>
                  <a:pt x="5599019" y="48994"/>
                  <a:pt x="5599019" y="109431"/>
                </a:cubicBezTo>
                <a:lnTo>
                  <a:pt x="5599019" y="1568450"/>
                </a:lnTo>
                <a:cubicBezTo>
                  <a:pt x="5599019" y="1628888"/>
                  <a:pt x="5550025" y="1677882"/>
                  <a:pt x="5489587" y="1677882"/>
                </a:cubicBezTo>
                <a:lnTo>
                  <a:pt x="36476" y="1677882"/>
                </a:lnTo>
                <a:cubicBezTo>
                  <a:pt x="16331" y="1677882"/>
                  <a:pt x="0" y="1661551"/>
                  <a:pt x="0" y="1641406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F9FAFB"/>
          </a:solidFill>
          <a:ln/>
        </p:spPr>
      </p:sp>
      <p:sp>
        <p:nvSpPr>
          <p:cNvPr id="38" name="Shape 36"/>
          <p:cNvSpPr/>
          <p:nvPr/>
        </p:nvSpPr>
        <p:spPr>
          <a:xfrm>
            <a:off x="6223095" y="3355764"/>
            <a:ext cx="36476" cy="1677882"/>
          </a:xfrm>
          <a:custGeom>
            <a:avLst/>
            <a:gdLst/>
            <a:ahLst/>
            <a:cxnLst/>
            <a:rect l="l" t="t" r="r" b="b"/>
            <a:pathLst>
              <a:path w="36476" h="1677882">
                <a:moveTo>
                  <a:pt x="36476" y="0"/>
                </a:moveTo>
                <a:lnTo>
                  <a:pt x="36476" y="0"/>
                </a:lnTo>
                <a:lnTo>
                  <a:pt x="36476" y="1677882"/>
                </a:lnTo>
                <a:lnTo>
                  <a:pt x="36476" y="1677882"/>
                </a:lnTo>
                <a:cubicBezTo>
                  <a:pt x="16331" y="1677882"/>
                  <a:pt x="0" y="1661551"/>
                  <a:pt x="0" y="1641406"/>
                </a:cubicBezTo>
                <a:lnTo>
                  <a:pt x="0" y="36476"/>
                </a:lnTo>
                <a:cubicBezTo>
                  <a:pt x="0" y="16331"/>
                  <a:pt x="16331" y="0"/>
                  <a:pt x="36476" y="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39" name="Shape 37"/>
          <p:cNvSpPr/>
          <p:nvPr/>
        </p:nvSpPr>
        <p:spPr>
          <a:xfrm>
            <a:off x="6423711" y="3538142"/>
            <a:ext cx="437708" cy="437708"/>
          </a:xfrm>
          <a:custGeom>
            <a:avLst/>
            <a:gdLst/>
            <a:ahLst/>
            <a:cxnLst/>
            <a:rect l="l" t="t" r="r" b="b"/>
            <a:pathLst>
              <a:path w="437708" h="437708">
                <a:moveTo>
                  <a:pt x="72953" y="0"/>
                </a:moveTo>
                <a:lnTo>
                  <a:pt x="364755" y="0"/>
                </a:lnTo>
                <a:cubicBezTo>
                  <a:pt x="405019" y="0"/>
                  <a:pt x="437708" y="32689"/>
                  <a:pt x="437708" y="72953"/>
                </a:cubicBezTo>
                <a:lnTo>
                  <a:pt x="437708" y="364755"/>
                </a:lnTo>
                <a:cubicBezTo>
                  <a:pt x="437708" y="405046"/>
                  <a:pt x="405046" y="437708"/>
                  <a:pt x="364755" y="437708"/>
                </a:cubicBezTo>
                <a:lnTo>
                  <a:pt x="72953" y="437708"/>
                </a:lnTo>
                <a:cubicBezTo>
                  <a:pt x="32662" y="437708"/>
                  <a:pt x="0" y="405046"/>
                  <a:pt x="0" y="364755"/>
                </a:cubicBezTo>
                <a:lnTo>
                  <a:pt x="0" y="72953"/>
                </a:lnTo>
                <a:cubicBezTo>
                  <a:pt x="0" y="32689"/>
                  <a:pt x="32689" y="0"/>
                  <a:pt x="72953" y="0"/>
                </a:cubicBezTo>
                <a:close/>
              </a:path>
            </a:pathLst>
          </a:custGeom>
          <a:solidFill>
            <a:srgbClr val="EC4899"/>
          </a:solidFill>
          <a:ln/>
        </p:spPr>
      </p:sp>
      <p:sp>
        <p:nvSpPr>
          <p:cNvPr id="40" name="Text 38"/>
          <p:cNvSpPr/>
          <p:nvPr/>
        </p:nvSpPr>
        <p:spPr>
          <a:xfrm>
            <a:off x="6593457" y="3629331"/>
            <a:ext cx="191497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970847" y="3629331"/>
            <a:ext cx="1459028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6" b="1" dirty="0">
                <a:solidFill>
                  <a:srgbClr val="EC4899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Grade Calculator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23711" y="4085277"/>
            <a:ext cx="5288975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1F2937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A/B/C/D grades using elseif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423711" y="4377083"/>
            <a:ext cx="5216024" cy="474184"/>
          </a:xfrm>
          <a:custGeom>
            <a:avLst/>
            <a:gdLst/>
            <a:ahLst/>
            <a:cxnLst/>
            <a:rect l="l" t="t" r="r" b="b"/>
            <a:pathLst>
              <a:path w="5216024" h="474184">
                <a:moveTo>
                  <a:pt x="72953" y="0"/>
                </a:moveTo>
                <a:lnTo>
                  <a:pt x="5143071" y="0"/>
                </a:lnTo>
                <a:cubicBezTo>
                  <a:pt x="5183362" y="0"/>
                  <a:pt x="5216024" y="32662"/>
                  <a:pt x="5216024" y="72953"/>
                </a:cubicBezTo>
                <a:lnTo>
                  <a:pt x="5216024" y="401231"/>
                </a:lnTo>
                <a:cubicBezTo>
                  <a:pt x="5216024" y="441522"/>
                  <a:pt x="5183362" y="474184"/>
                  <a:pt x="5143071" y="474184"/>
                </a:cubicBezTo>
                <a:lnTo>
                  <a:pt x="72953" y="474184"/>
                </a:lnTo>
                <a:cubicBezTo>
                  <a:pt x="32689" y="474184"/>
                  <a:pt x="0" y="441495"/>
                  <a:pt x="0" y="401231"/>
                </a:cubicBezTo>
                <a:lnTo>
                  <a:pt x="0" y="72953"/>
                </a:lnTo>
                <a:cubicBezTo>
                  <a:pt x="0" y="32689"/>
                  <a:pt x="32689" y="0"/>
                  <a:pt x="72953" y="0"/>
                </a:cubicBezTo>
                <a:close/>
              </a:path>
            </a:pathLst>
          </a:custGeom>
          <a:solidFill>
            <a:srgbClr val="1E293B"/>
          </a:solidFill>
          <a:ln/>
        </p:spPr>
      </p:sp>
      <p:sp>
        <p:nvSpPr>
          <p:cNvPr id="44" name="Text 42"/>
          <p:cNvSpPr/>
          <p:nvPr/>
        </p:nvSpPr>
        <p:spPr>
          <a:xfrm>
            <a:off x="6569614" y="4522986"/>
            <a:ext cx="1801652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6B728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// A: 90+, B: 80+, C: 70+, D: &lt;70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204857" y="5179548"/>
            <a:ext cx="5617257" cy="838941"/>
          </a:xfrm>
          <a:custGeom>
            <a:avLst/>
            <a:gdLst/>
            <a:ahLst/>
            <a:cxnLst/>
            <a:rect l="l" t="t" r="r" b="b"/>
            <a:pathLst>
              <a:path w="5617257" h="838941">
                <a:moveTo>
                  <a:pt x="109423" y="0"/>
                </a:moveTo>
                <a:lnTo>
                  <a:pt x="5507833" y="0"/>
                </a:lnTo>
                <a:cubicBezTo>
                  <a:pt x="5568226" y="0"/>
                  <a:pt x="5617257" y="49031"/>
                  <a:pt x="5617257" y="109423"/>
                </a:cubicBezTo>
                <a:lnTo>
                  <a:pt x="5617257" y="729518"/>
                </a:lnTo>
                <a:cubicBezTo>
                  <a:pt x="5617257" y="789910"/>
                  <a:pt x="5568226" y="838941"/>
                  <a:pt x="5507833" y="838941"/>
                </a:cubicBezTo>
                <a:lnTo>
                  <a:pt x="109423" y="838941"/>
                </a:lnTo>
                <a:cubicBezTo>
                  <a:pt x="49031" y="838941"/>
                  <a:pt x="0" y="789910"/>
                  <a:pt x="0" y="729518"/>
                </a:cubicBezTo>
                <a:lnTo>
                  <a:pt x="0" y="109423"/>
                </a:lnTo>
                <a:cubicBezTo>
                  <a:pt x="0" y="49031"/>
                  <a:pt x="49031" y="0"/>
                  <a:pt x="109423" y="0"/>
                </a:cubicBez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10000"/>
                </a:srgbClr>
              </a:gs>
              <a:gs pos="100000">
                <a:srgbClr val="8B5CF6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46" name="Shape 44"/>
          <p:cNvSpPr/>
          <p:nvPr/>
        </p:nvSpPr>
        <p:spPr>
          <a:xfrm>
            <a:off x="6457907" y="5462235"/>
            <a:ext cx="205176" cy="273568"/>
          </a:xfrm>
          <a:custGeom>
            <a:avLst/>
            <a:gdLst/>
            <a:ahLst/>
            <a:cxnLst/>
            <a:rect l="l" t="t" r="r" b="b"/>
            <a:pathLst>
              <a:path w="205176" h="273568">
                <a:moveTo>
                  <a:pt x="156500" y="205176"/>
                </a:moveTo>
                <a:cubicBezTo>
                  <a:pt x="160400" y="193261"/>
                  <a:pt x="168201" y="182468"/>
                  <a:pt x="177018" y="173170"/>
                </a:cubicBezTo>
                <a:cubicBezTo>
                  <a:pt x="194490" y="154790"/>
                  <a:pt x="205176" y="129945"/>
                  <a:pt x="205176" y="102588"/>
                </a:cubicBezTo>
                <a:cubicBezTo>
                  <a:pt x="205176" y="45951"/>
                  <a:pt x="159225" y="0"/>
                  <a:pt x="102588" y="0"/>
                </a:cubicBezTo>
                <a:cubicBezTo>
                  <a:pt x="45951" y="0"/>
                  <a:pt x="0" y="45951"/>
                  <a:pt x="0" y="102588"/>
                </a:cubicBezTo>
                <a:cubicBezTo>
                  <a:pt x="0" y="129945"/>
                  <a:pt x="10686" y="154790"/>
                  <a:pt x="28158" y="173170"/>
                </a:cubicBezTo>
                <a:cubicBezTo>
                  <a:pt x="36974" y="182468"/>
                  <a:pt x="44829" y="193261"/>
                  <a:pt x="48676" y="205176"/>
                </a:cubicBezTo>
                <a:lnTo>
                  <a:pt x="156447" y="205176"/>
                </a:lnTo>
                <a:close/>
                <a:moveTo>
                  <a:pt x="153882" y="230823"/>
                </a:moveTo>
                <a:lnTo>
                  <a:pt x="51294" y="230823"/>
                </a:lnTo>
                <a:lnTo>
                  <a:pt x="51294" y="239372"/>
                </a:lnTo>
                <a:cubicBezTo>
                  <a:pt x="51294" y="262988"/>
                  <a:pt x="70422" y="282117"/>
                  <a:pt x="94039" y="282117"/>
                </a:cubicBezTo>
                <a:lnTo>
                  <a:pt x="111137" y="282117"/>
                </a:lnTo>
                <a:cubicBezTo>
                  <a:pt x="134753" y="282117"/>
                  <a:pt x="153882" y="262988"/>
                  <a:pt x="153882" y="239372"/>
                </a:cubicBezTo>
                <a:lnTo>
                  <a:pt x="153882" y="230823"/>
                </a:lnTo>
                <a:close/>
                <a:moveTo>
                  <a:pt x="98313" y="59843"/>
                </a:moveTo>
                <a:cubicBezTo>
                  <a:pt x="77048" y="59843"/>
                  <a:pt x="59843" y="77048"/>
                  <a:pt x="59843" y="98313"/>
                </a:cubicBezTo>
                <a:cubicBezTo>
                  <a:pt x="59843" y="105420"/>
                  <a:pt x="54126" y="111137"/>
                  <a:pt x="47019" y="111137"/>
                </a:cubicBezTo>
                <a:cubicBezTo>
                  <a:pt x="39913" y="111137"/>
                  <a:pt x="34196" y="105420"/>
                  <a:pt x="34196" y="98313"/>
                </a:cubicBezTo>
                <a:cubicBezTo>
                  <a:pt x="34196" y="62889"/>
                  <a:pt x="62889" y="34196"/>
                  <a:pt x="98313" y="34196"/>
                </a:cubicBezTo>
                <a:cubicBezTo>
                  <a:pt x="105420" y="34196"/>
                  <a:pt x="111137" y="39913"/>
                  <a:pt x="111137" y="47019"/>
                </a:cubicBezTo>
                <a:cubicBezTo>
                  <a:pt x="111137" y="54126"/>
                  <a:pt x="105420" y="59843"/>
                  <a:pt x="98313" y="59843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47" name="Text 45"/>
          <p:cNvSpPr/>
          <p:nvPr/>
        </p:nvSpPr>
        <p:spPr>
          <a:xfrm>
            <a:off x="6838622" y="5361927"/>
            <a:ext cx="3364883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2" b="1" dirty="0">
                <a:solidFill>
                  <a:srgbClr val="1F2937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Tip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838622" y="5617257"/>
            <a:ext cx="3355764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dirty="0">
                <a:solidFill>
                  <a:srgbClr val="6B728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 with simple examples, then make them harder!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learning.com/a28a08f622d0ad29668df187bd0e55384a791921.jpg"/>
          <p:cNvPicPr>
            <a:picLocks noChangeAspect="1"/>
          </p:cNvPicPr>
          <p:nvPr/>
        </p:nvPicPr>
        <p:blipFill>
          <a:blip r:embed="rId3">
            <a:alphaModFix amt="20000"/>
          </a:blip>
          <a:srcRect t="7813" b="7813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B82F6">
                  <a:alpha val="90000"/>
                </a:srgbClr>
              </a:gs>
              <a:gs pos="50000">
                <a:srgbClr val="8B5CF6">
                  <a:alpha val="80000"/>
                </a:srgbClr>
              </a:gs>
              <a:gs pos="100000">
                <a:srgbClr val="1E293B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5753100" y="1238250"/>
            <a:ext cx="685800" cy="685800"/>
          </a:xfrm>
          <a:custGeom>
            <a:avLst/>
            <a:gdLst/>
            <a:ahLst/>
            <a:cxnLst/>
            <a:rect l="l" t="t" r="r" b="b"/>
            <a:pathLst>
              <a:path w="685800" h="685800">
                <a:moveTo>
                  <a:pt x="193283" y="0"/>
                </a:moveTo>
                <a:lnTo>
                  <a:pt x="493321" y="0"/>
                </a:lnTo>
                <a:cubicBezTo>
                  <a:pt x="528816" y="0"/>
                  <a:pt x="557748" y="29200"/>
                  <a:pt x="556409" y="64562"/>
                </a:cubicBezTo>
                <a:cubicBezTo>
                  <a:pt x="556141" y="71661"/>
                  <a:pt x="555873" y="78760"/>
                  <a:pt x="555471" y="85725"/>
                </a:cubicBezTo>
                <a:lnTo>
                  <a:pt x="621908" y="85725"/>
                </a:lnTo>
                <a:cubicBezTo>
                  <a:pt x="656868" y="85725"/>
                  <a:pt x="687675" y="114657"/>
                  <a:pt x="684996" y="152430"/>
                </a:cubicBezTo>
                <a:cubicBezTo>
                  <a:pt x="674950" y="291331"/>
                  <a:pt x="603959" y="367680"/>
                  <a:pt x="526941" y="407596"/>
                </a:cubicBezTo>
                <a:cubicBezTo>
                  <a:pt x="505778" y="418579"/>
                  <a:pt x="484212" y="426750"/>
                  <a:pt x="463719" y="432777"/>
                </a:cubicBezTo>
                <a:cubicBezTo>
                  <a:pt x="436662" y="471086"/>
                  <a:pt x="408533" y="491311"/>
                  <a:pt x="386164" y="502161"/>
                </a:cubicBezTo>
                <a:lnTo>
                  <a:pt x="386164" y="600075"/>
                </a:lnTo>
                <a:lnTo>
                  <a:pt x="471889" y="600075"/>
                </a:lnTo>
                <a:cubicBezTo>
                  <a:pt x="495598" y="600075"/>
                  <a:pt x="514752" y="619229"/>
                  <a:pt x="514752" y="642938"/>
                </a:cubicBezTo>
                <a:cubicBezTo>
                  <a:pt x="514752" y="666646"/>
                  <a:pt x="495598" y="685800"/>
                  <a:pt x="471889" y="685800"/>
                </a:cubicBezTo>
                <a:lnTo>
                  <a:pt x="214714" y="685800"/>
                </a:lnTo>
                <a:cubicBezTo>
                  <a:pt x="191006" y="685800"/>
                  <a:pt x="171852" y="666646"/>
                  <a:pt x="171852" y="642938"/>
                </a:cubicBezTo>
                <a:cubicBezTo>
                  <a:pt x="171852" y="619229"/>
                  <a:pt x="191006" y="600075"/>
                  <a:pt x="214714" y="600075"/>
                </a:cubicBezTo>
                <a:lnTo>
                  <a:pt x="300439" y="600075"/>
                </a:lnTo>
                <a:lnTo>
                  <a:pt x="300439" y="502161"/>
                </a:lnTo>
                <a:cubicBezTo>
                  <a:pt x="279008" y="491847"/>
                  <a:pt x="252353" y="472693"/>
                  <a:pt x="226368" y="437465"/>
                </a:cubicBezTo>
                <a:cubicBezTo>
                  <a:pt x="201722" y="431036"/>
                  <a:pt x="174933" y="421258"/>
                  <a:pt x="148813" y="406524"/>
                </a:cubicBezTo>
                <a:cubicBezTo>
                  <a:pt x="76349" y="365939"/>
                  <a:pt x="10984" y="289456"/>
                  <a:pt x="1607" y="152162"/>
                </a:cubicBezTo>
                <a:cubicBezTo>
                  <a:pt x="-938" y="114523"/>
                  <a:pt x="29736" y="85591"/>
                  <a:pt x="64696" y="85591"/>
                </a:cubicBezTo>
                <a:lnTo>
                  <a:pt x="131132" y="85591"/>
                </a:lnTo>
                <a:cubicBezTo>
                  <a:pt x="130731" y="78626"/>
                  <a:pt x="130463" y="71661"/>
                  <a:pt x="130195" y="64428"/>
                </a:cubicBezTo>
                <a:cubicBezTo>
                  <a:pt x="128855" y="28932"/>
                  <a:pt x="157788" y="-134"/>
                  <a:pt x="193283" y="-134"/>
                </a:cubicBezTo>
                <a:close/>
                <a:moveTo>
                  <a:pt x="135954" y="150019"/>
                </a:moveTo>
                <a:lnTo>
                  <a:pt x="65767" y="150019"/>
                </a:lnTo>
                <a:cubicBezTo>
                  <a:pt x="74072" y="263470"/>
                  <a:pt x="126176" y="320263"/>
                  <a:pt x="179889" y="350401"/>
                </a:cubicBezTo>
                <a:cubicBezTo>
                  <a:pt x="160600" y="300439"/>
                  <a:pt x="144661" y="235208"/>
                  <a:pt x="135954" y="150019"/>
                </a:cubicBezTo>
                <a:close/>
                <a:moveTo>
                  <a:pt x="508992" y="343972"/>
                </a:moveTo>
                <a:cubicBezTo>
                  <a:pt x="563240" y="312093"/>
                  <a:pt x="612264" y="255434"/>
                  <a:pt x="620569" y="150019"/>
                </a:cubicBezTo>
                <a:lnTo>
                  <a:pt x="550515" y="150019"/>
                </a:lnTo>
                <a:cubicBezTo>
                  <a:pt x="542211" y="231591"/>
                  <a:pt x="527209" y="294948"/>
                  <a:pt x="508992" y="343972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5" name="Text 2"/>
          <p:cNvSpPr/>
          <p:nvPr/>
        </p:nvSpPr>
        <p:spPr>
          <a:xfrm>
            <a:off x="238125" y="2076450"/>
            <a:ext cx="1171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4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What We Learned Today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0" y="280035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19050" y="0"/>
                </a:moveTo>
                <a:lnTo>
                  <a:pt x="1200150" y="0"/>
                </a:lnTo>
                <a:cubicBezTo>
                  <a:pt x="1210664" y="0"/>
                  <a:pt x="1219200" y="8536"/>
                  <a:pt x="1219200" y="19050"/>
                </a:cubicBezTo>
                <a:lnTo>
                  <a:pt x="1219200" y="19050"/>
                </a:lnTo>
                <a:cubicBezTo>
                  <a:pt x="1219200" y="29564"/>
                  <a:pt x="1210664" y="38100"/>
                  <a:pt x="12001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FFFFFF">
              <a:alpha val="50196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381000" y="3143250"/>
            <a:ext cx="2686050" cy="1409700"/>
          </a:xfrm>
          <a:custGeom>
            <a:avLst/>
            <a:gdLst/>
            <a:ahLst/>
            <a:cxnLst/>
            <a:rect l="l" t="t" r="r" b="b"/>
            <a:pathLst>
              <a:path w="2686050" h="1409700">
                <a:moveTo>
                  <a:pt x="152403" y="0"/>
                </a:moveTo>
                <a:lnTo>
                  <a:pt x="2533647" y="0"/>
                </a:lnTo>
                <a:cubicBezTo>
                  <a:pt x="2617817" y="0"/>
                  <a:pt x="2686050" y="68233"/>
                  <a:pt x="2686050" y="152403"/>
                </a:cubicBezTo>
                <a:lnTo>
                  <a:pt x="2686050" y="1257297"/>
                </a:lnTo>
                <a:cubicBezTo>
                  <a:pt x="2686050" y="1341467"/>
                  <a:pt x="2617817" y="1409700"/>
                  <a:pt x="2533647" y="1409700"/>
                </a:cubicBezTo>
                <a:lnTo>
                  <a:pt x="152403" y="1409700"/>
                </a:lnTo>
                <a:cubicBezTo>
                  <a:pt x="68233" y="1409700"/>
                  <a:pt x="0" y="1341467"/>
                  <a:pt x="0" y="1257297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1574006" y="3333750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247397" y="85725"/>
                </a:moveTo>
                <a:lnTo>
                  <a:pt x="224425" y="53578"/>
                </a:lnTo>
                <a:lnTo>
                  <a:pt x="75679" y="53578"/>
                </a:lnTo>
                <a:lnTo>
                  <a:pt x="52707" y="85725"/>
                </a:lnTo>
                <a:lnTo>
                  <a:pt x="247397" y="85725"/>
                </a:lnTo>
                <a:close/>
                <a:moveTo>
                  <a:pt x="0" y="99454"/>
                </a:moveTo>
                <a:cubicBezTo>
                  <a:pt x="0" y="90547"/>
                  <a:pt x="2813" y="81841"/>
                  <a:pt x="7970" y="74541"/>
                </a:cubicBezTo>
                <a:lnTo>
                  <a:pt x="40786" y="28664"/>
                </a:lnTo>
                <a:cubicBezTo>
                  <a:pt x="48823" y="17413"/>
                  <a:pt x="61816" y="10716"/>
                  <a:pt x="75612" y="10716"/>
                </a:cubicBezTo>
                <a:lnTo>
                  <a:pt x="224358" y="10716"/>
                </a:lnTo>
                <a:cubicBezTo>
                  <a:pt x="238222" y="10716"/>
                  <a:pt x="251214" y="17413"/>
                  <a:pt x="259251" y="28664"/>
                </a:cubicBezTo>
                <a:lnTo>
                  <a:pt x="292001" y="74541"/>
                </a:lnTo>
                <a:cubicBezTo>
                  <a:pt x="297225" y="81841"/>
                  <a:pt x="299971" y="90547"/>
                  <a:pt x="299971" y="99454"/>
                </a:cubicBezTo>
                <a:lnTo>
                  <a:pt x="300038" y="278606"/>
                </a:lnTo>
                <a:cubicBezTo>
                  <a:pt x="300038" y="302248"/>
                  <a:pt x="280816" y="321469"/>
                  <a:pt x="257175" y="321469"/>
                </a:cubicBezTo>
                <a:lnTo>
                  <a:pt x="42863" y="321469"/>
                </a:lnTo>
                <a:cubicBezTo>
                  <a:pt x="19221" y="321469"/>
                  <a:pt x="0" y="302248"/>
                  <a:pt x="0" y="278606"/>
                </a:cubicBezTo>
                <a:lnTo>
                  <a:pt x="0" y="99454"/>
                </a:lnTo>
                <a:close/>
              </a:path>
            </a:pathLst>
          </a:custGeom>
          <a:solidFill>
            <a:srgbClr val="00B0F0"/>
          </a:solidFill>
          <a:ln>
            <a:noFill/>
          </a:ln>
        </p:spPr>
      </p:sp>
      <p:sp>
        <p:nvSpPr>
          <p:cNvPr id="9" name="Text 6"/>
          <p:cNvSpPr/>
          <p:nvPr/>
        </p:nvSpPr>
        <p:spPr>
          <a:xfrm>
            <a:off x="523875" y="3790950"/>
            <a:ext cx="2400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Variables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33400" y="4133850"/>
            <a:ext cx="2381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Store data with </a:t>
            </a:r>
            <a:r>
              <a:rPr lang="en-US" sz="1200" b="1" dirty="0">
                <a:solidFill>
                  <a:srgbClr val="3B82F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$</a:t>
            </a: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sign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295650" y="3143250"/>
            <a:ext cx="2686050" cy="1409700"/>
          </a:xfrm>
          <a:custGeom>
            <a:avLst/>
            <a:gdLst/>
            <a:ahLst/>
            <a:cxnLst/>
            <a:rect l="l" t="t" r="r" b="b"/>
            <a:pathLst>
              <a:path w="2686050" h="1409700">
                <a:moveTo>
                  <a:pt x="152403" y="0"/>
                </a:moveTo>
                <a:lnTo>
                  <a:pt x="2533647" y="0"/>
                </a:lnTo>
                <a:cubicBezTo>
                  <a:pt x="2617817" y="0"/>
                  <a:pt x="2686050" y="68233"/>
                  <a:pt x="2686050" y="152403"/>
                </a:cubicBezTo>
                <a:lnTo>
                  <a:pt x="2686050" y="1257297"/>
                </a:lnTo>
                <a:cubicBezTo>
                  <a:pt x="2686050" y="1341467"/>
                  <a:pt x="2617817" y="1409700"/>
                  <a:pt x="2533647" y="1409700"/>
                </a:cubicBezTo>
                <a:lnTo>
                  <a:pt x="152403" y="1409700"/>
                </a:lnTo>
                <a:cubicBezTo>
                  <a:pt x="68233" y="1409700"/>
                  <a:pt x="0" y="1341467"/>
                  <a:pt x="0" y="1257297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8656" y="3333750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300038" y="137830"/>
                </a:moveTo>
                <a:cubicBezTo>
                  <a:pt x="290126" y="144393"/>
                  <a:pt x="278740" y="149684"/>
                  <a:pt x="266886" y="153903"/>
                </a:cubicBezTo>
                <a:cubicBezTo>
                  <a:pt x="235409" y="165155"/>
                  <a:pt x="194087" y="171450"/>
                  <a:pt x="150019" y="171450"/>
                </a:cubicBezTo>
                <a:cubicBezTo>
                  <a:pt x="105951" y="171450"/>
                  <a:pt x="64562" y="165088"/>
                  <a:pt x="33151" y="153903"/>
                </a:cubicBezTo>
                <a:cubicBezTo>
                  <a:pt x="21364" y="149684"/>
                  <a:pt x="9912" y="144393"/>
                  <a:pt x="0" y="137830"/>
                </a:cubicBezTo>
                <a:lnTo>
                  <a:pt x="0" y="192881"/>
                </a:lnTo>
                <a:cubicBezTo>
                  <a:pt x="0" y="222483"/>
                  <a:pt x="67174" y="246459"/>
                  <a:pt x="150019" y="246459"/>
                </a:cubicBezTo>
                <a:cubicBezTo>
                  <a:pt x="232864" y="246459"/>
                  <a:pt x="300038" y="222483"/>
                  <a:pt x="300038" y="192881"/>
                </a:cubicBezTo>
                <a:lnTo>
                  <a:pt x="300038" y="137830"/>
                </a:lnTo>
                <a:close/>
                <a:moveTo>
                  <a:pt x="300038" y="85725"/>
                </a:moveTo>
                <a:lnTo>
                  <a:pt x="300038" y="53578"/>
                </a:lnTo>
                <a:cubicBezTo>
                  <a:pt x="300038" y="23976"/>
                  <a:pt x="232864" y="0"/>
                  <a:pt x="150019" y="0"/>
                </a:cubicBezTo>
                <a:cubicBezTo>
                  <a:pt x="67174" y="0"/>
                  <a:pt x="0" y="23976"/>
                  <a:pt x="0" y="53578"/>
                </a:cubicBezTo>
                <a:lnTo>
                  <a:pt x="0" y="85725"/>
                </a:lnTo>
                <a:cubicBezTo>
                  <a:pt x="0" y="115327"/>
                  <a:pt x="67174" y="139303"/>
                  <a:pt x="150019" y="139303"/>
                </a:cubicBezTo>
                <a:cubicBezTo>
                  <a:pt x="232864" y="139303"/>
                  <a:pt x="300038" y="115327"/>
                  <a:pt x="300038" y="85725"/>
                </a:cubicBezTo>
                <a:close/>
                <a:moveTo>
                  <a:pt x="266886" y="261059"/>
                </a:moveTo>
                <a:cubicBezTo>
                  <a:pt x="235476" y="272244"/>
                  <a:pt x="194154" y="278606"/>
                  <a:pt x="150019" y="278606"/>
                </a:cubicBezTo>
                <a:cubicBezTo>
                  <a:pt x="105884" y="278606"/>
                  <a:pt x="64562" y="272244"/>
                  <a:pt x="33151" y="261059"/>
                </a:cubicBezTo>
                <a:cubicBezTo>
                  <a:pt x="21364" y="256840"/>
                  <a:pt x="9912" y="251549"/>
                  <a:pt x="0" y="244986"/>
                </a:cubicBezTo>
                <a:lnTo>
                  <a:pt x="0" y="289322"/>
                </a:lnTo>
                <a:cubicBezTo>
                  <a:pt x="0" y="318924"/>
                  <a:pt x="67174" y="342900"/>
                  <a:pt x="150019" y="342900"/>
                </a:cubicBezTo>
                <a:cubicBezTo>
                  <a:pt x="232864" y="342900"/>
                  <a:pt x="300038" y="318924"/>
                  <a:pt x="300038" y="289322"/>
                </a:cubicBezTo>
                <a:lnTo>
                  <a:pt x="300038" y="244986"/>
                </a:lnTo>
                <a:cubicBezTo>
                  <a:pt x="290126" y="251549"/>
                  <a:pt x="278740" y="256840"/>
                  <a:pt x="266886" y="261059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/>
        </p:spPr>
      </p:sp>
      <p:sp>
        <p:nvSpPr>
          <p:cNvPr id="13" name="Text 10"/>
          <p:cNvSpPr/>
          <p:nvPr/>
        </p:nvSpPr>
        <p:spPr>
          <a:xfrm>
            <a:off x="3438525" y="3790950"/>
            <a:ext cx="2400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Data Types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448050" y="4133850"/>
            <a:ext cx="2381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String, Int, Float, Bool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210300" y="3143250"/>
            <a:ext cx="2686050" cy="1409700"/>
          </a:xfrm>
          <a:custGeom>
            <a:avLst/>
            <a:gdLst/>
            <a:ahLst/>
            <a:cxnLst/>
            <a:rect l="l" t="t" r="r" b="b"/>
            <a:pathLst>
              <a:path w="2686050" h="1409700">
                <a:moveTo>
                  <a:pt x="152403" y="0"/>
                </a:moveTo>
                <a:lnTo>
                  <a:pt x="2533647" y="0"/>
                </a:lnTo>
                <a:cubicBezTo>
                  <a:pt x="2617817" y="0"/>
                  <a:pt x="2686050" y="68233"/>
                  <a:pt x="2686050" y="152403"/>
                </a:cubicBezTo>
                <a:lnTo>
                  <a:pt x="2686050" y="1257297"/>
                </a:lnTo>
                <a:cubicBezTo>
                  <a:pt x="2686050" y="1341467"/>
                  <a:pt x="2617817" y="1409700"/>
                  <a:pt x="2533647" y="1409700"/>
                </a:cubicBezTo>
                <a:lnTo>
                  <a:pt x="152403" y="1409700"/>
                </a:lnTo>
                <a:cubicBezTo>
                  <a:pt x="68233" y="1409700"/>
                  <a:pt x="0" y="1341467"/>
                  <a:pt x="0" y="1257297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7403306" y="3333750"/>
            <a:ext cx="300038" cy="342900"/>
          </a:xfrm>
          <a:custGeom>
            <a:avLst/>
            <a:gdLst/>
            <a:ahLst/>
            <a:cxnLst/>
            <a:rect l="l" t="t" r="r" b="b"/>
            <a:pathLst>
              <a:path w="300038" h="342900">
                <a:moveTo>
                  <a:pt x="53578" y="69652"/>
                </a:moveTo>
                <a:cubicBezTo>
                  <a:pt x="62449" y="69652"/>
                  <a:pt x="69652" y="62449"/>
                  <a:pt x="69652" y="53578"/>
                </a:cubicBezTo>
                <a:cubicBezTo>
                  <a:pt x="69652" y="44707"/>
                  <a:pt x="62449" y="37505"/>
                  <a:pt x="53578" y="37505"/>
                </a:cubicBezTo>
                <a:cubicBezTo>
                  <a:pt x="44707" y="37505"/>
                  <a:pt x="37505" y="44707"/>
                  <a:pt x="37505" y="53578"/>
                </a:cubicBezTo>
                <a:cubicBezTo>
                  <a:pt x="37505" y="62449"/>
                  <a:pt x="44707" y="69652"/>
                  <a:pt x="53578" y="69652"/>
                </a:cubicBezTo>
                <a:close/>
                <a:moveTo>
                  <a:pt x="107156" y="53578"/>
                </a:moveTo>
                <a:cubicBezTo>
                  <a:pt x="107156" y="75545"/>
                  <a:pt x="93963" y="94431"/>
                  <a:pt x="75009" y="102669"/>
                </a:cubicBezTo>
                <a:lnTo>
                  <a:pt x="75009" y="150019"/>
                </a:lnTo>
                <a:lnTo>
                  <a:pt x="192881" y="150019"/>
                </a:lnTo>
                <a:cubicBezTo>
                  <a:pt x="210629" y="150019"/>
                  <a:pt x="225028" y="135620"/>
                  <a:pt x="225028" y="117872"/>
                </a:cubicBezTo>
                <a:lnTo>
                  <a:pt x="225028" y="102669"/>
                </a:lnTo>
                <a:cubicBezTo>
                  <a:pt x="206075" y="94431"/>
                  <a:pt x="192881" y="75545"/>
                  <a:pt x="192881" y="53578"/>
                </a:cubicBezTo>
                <a:cubicBezTo>
                  <a:pt x="192881" y="23976"/>
                  <a:pt x="216857" y="0"/>
                  <a:pt x="246459" y="0"/>
                </a:cubicBezTo>
                <a:cubicBezTo>
                  <a:pt x="276061" y="0"/>
                  <a:pt x="300038" y="23976"/>
                  <a:pt x="300038" y="53578"/>
                </a:cubicBezTo>
                <a:cubicBezTo>
                  <a:pt x="300038" y="75545"/>
                  <a:pt x="286844" y="94431"/>
                  <a:pt x="267891" y="102669"/>
                </a:cubicBezTo>
                <a:lnTo>
                  <a:pt x="267891" y="117872"/>
                </a:lnTo>
                <a:cubicBezTo>
                  <a:pt x="267891" y="159328"/>
                  <a:pt x="234337" y="192881"/>
                  <a:pt x="192881" y="192881"/>
                </a:cubicBezTo>
                <a:lnTo>
                  <a:pt x="75009" y="192881"/>
                </a:lnTo>
                <a:lnTo>
                  <a:pt x="75009" y="240231"/>
                </a:lnTo>
                <a:cubicBezTo>
                  <a:pt x="93963" y="248469"/>
                  <a:pt x="107156" y="267355"/>
                  <a:pt x="107156" y="289322"/>
                </a:cubicBezTo>
                <a:cubicBezTo>
                  <a:pt x="107156" y="318924"/>
                  <a:pt x="83180" y="342900"/>
                  <a:pt x="53578" y="342900"/>
                </a:cubicBezTo>
                <a:cubicBezTo>
                  <a:pt x="23976" y="342900"/>
                  <a:pt x="0" y="318924"/>
                  <a:pt x="0" y="289322"/>
                </a:cubicBezTo>
                <a:cubicBezTo>
                  <a:pt x="0" y="267355"/>
                  <a:pt x="13194" y="248469"/>
                  <a:pt x="32147" y="240231"/>
                </a:cubicBezTo>
                <a:lnTo>
                  <a:pt x="32147" y="102736"/>
                </a:lnTo>
                <a:cubicBezTo>
                  <a:pt x="13194" y="94431"/>
                  <a:pt x="0" y="75545"/>
                  <a:pt x="0" y="53578"/>
                </a:cubicBezTo>
                <a:cubicBezTo>
                  <a:pt x="0" y="23976"/>
                  <a:pt x="23976" y="0"/>
                  <a:pt x="53578" y="0"/>
                </a:cubicBezTo>
                <a:cubicBezTo>
                  <a:pt x="83180" y="0"/>
                  <a:pt x="107156" y="23976"/>
                  <a:pt x="107156" y="53578"/>
                </a:cubicBezTo>
                <a:close/>
                <a:moveTo>
                  <a:pt x="262533" y="53578"/>
                </a:moveTo>
                <a:cubicBezTo>
                  <a:pt x="262533" y="44707"/>
                  <a:pt x="255331" y="37505"/>
                  <a:pt x="246459" y="37505"/>
                </a:cubicBezTo>
                <a:cubicBezTo>
                  <a:pt x="237588" y="37505"/>
                  <a:pt x="230386" y="44707"/>
                  <a:pt x="230386" y="53578"/>
                </a:cubicBezTo>
                <a:cubicBezTo>
                  <a:pt x="230386" y="62449"/>
                  <a:pt x="237588" y="69652"/>
                  <a:pt x="246459" y="69652"/>
                </a:cubicBezTo>
                <a:cubicBezTo>
                  <a:pt x="255331" y="69652"/>
                  <a:pt x="262533" y="62449"/>
                  <a:pt x="262533" y="53578"/>
                </a:cubicBezTo>
                <a:close/>
                <a:moveTo>
                  <a:pt x="53578" y="305395"/>
                </a:moveTo>
                <a:cubicBezTo>
                  <a:pt x="62449" y="305395"/>
                  <a:pt x="69652" y="298193"/>
                  <a:pt x="69652" y="289322"/>
                </a:cubicBezTo>
                <a:cubicBezTo>
                  <a:pt x="69652" y="280451"/>
                  <a:pt x="62449" y="273248"/>
                  <a:pt x="53578" y="273248"/>
                </a:cubicBezTo>
                <a:cubicBezTo>
                  <a:pt x="44707" y="273248"/>
                  <a:pt x="37505" y="280451"/>
                  <a:pt x="37505" y="289322"/>
                </a:cubicBezTo>
                <a:cubicBezTo>
                  <a:pt x="37505" y="298193"/>
                  <a:pt x="44707" y="305395"/>
                  <a:pt x="53578" y="305395"/>
                </a:cubicBezTo>
                <a:close/>
              </a:path>
            </a:pathLst>
          </a:custGeom>
          <a:solidFill>
            <a:srgbClr val="22C55E"/>
          </a:solidFill>
          <a:ln/>
        </p:spPr>
      </p:sp>
      <p:sp>
        <p:nvSpPr>
          <p:cNvPr id="17" name="Text 14"/>
          <p:cNvSpPr/>
          <p:nvPr/>
        </p:nvSpPr>
        <p:spPr>
          <a:xfrm>
            <a:off x="6353175" y="3790950"/>
            <a:ext cx="2400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Conditions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362700" y="4133850"/>
            <a:ext cx="2381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if, else, elseif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9124950" y="3143250"/>
            <a:ext cx="2686050" cy="1409700"/>
          </a:xfrm>
          <a:custGeom>
            <a:avLst/>
            <a:gdLst/>
            <a:ahLst/>
            <a:cxnLst/>
            <a:rect l="l" t="t" r="r" b="b"/>
            <a:pathLst>
              <a:path w="2686050" h="1409700">
                <a:moveTo>
                  <a:pt x="152403" y="0"/>
                </a:moveTo>
                <a:lnTo>
                  <a:pt x="2533647" y="0"/>
                </a:lnTo>
                <a:cubicBezTo>
                  <a:pt x="2617817" y="0"/>
                  <a:pt x="2686050" y="68233"/>
                  <a:pt x="2686050" y="152403"/>
                </a:cubicBezTo>
                <a:lnTo>
                  <a:pt x="2686050" y="1257297"/>
                </a:lnTo>
                <a:cubicBezTo>
                  <a:pt x="2686050" y="1341467"/>
                  <a:pt x="2617817" y="1409700"/>
                  <a:pt x="2533647" y="1409700"/>
                </a:cubicBezTo>
                <a:lnTo>
                  <a:pt x="152403" y="1409700"/>
                </a:lnTo>
                <a:cubicBezTo>
                  <a:pt x="68233" y="1409700"/>
                  <a:pt x="0" y="1341467"/>
                  <a:pt x="0" y="1257297"/>
                </a:cubicBezTo>
                <a:lnTo>
                  <a:pt x="0" y="152403"/>
                </a:lnTo>
                <a:cubicBezTo>
                  <a:pt x="0" y="68289"/>
                  <a:pt x="68289" y="0"/>
                  <a:pt x="152403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10296525" y="3333750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32147" y="96441"/>
                </a:moveTo>
                <a:cubicBezTo>
                  <a:pt x="49889" y="96441"/>
                  <a:pt x="64294" y="82036"/>
                  <a:pt x="64294" y="64294"/>
                </a:cubicBezTo>
                <a:cubicBezTo>
                  <a:pt x="64294" y="46551"/>
                  <a:pt x="49889" y="32147"/>
                  <a:pt x="32147" y="32147"/>
                </a:cubicBezTo>
                <a:cubicBezTo>
                  <a:pt x="14405" y="32147"/>
                  <a:pt x="0" y="46551"/>
                  <a:pt x="0" y="64294"/>
                </a:cubicBezTo>
                <a:cubicBezTo>
                  <a:pt x="0" y="82036"/>
                  <a:pt x="14405" y="96441"/>
                  <a:pt x="32147" y="96441"/>
                </a:cubicBezTo>
                <a:close/>
                <a:moveTo>
                  <a:pt x="128588" y="42863"/>
                </a:moveTo>
                <a:cubicBezTo>
                  <a:pt x="116733" y="42863"/>
                  <a:pt x="107156" y="52440"/>
                  <a:pt x="107156" y="64294"/>
                </a:cubicBezTo>
                <a:cubicBezTo>
                  <a:pt x="107156" y="76148"/>
                  <a:pt x="116733" y="85725"/>
                  <a:pt x="128588" y="85725"/>
                </a:cubicBezTo>
                <a:lnTo>
                  <a:pt x="321469" y="85725"/>
                </a:lnTo>
                <a:cubicBezTo>
                  <a:pt x="333323" y="85725"/>
                  <a:pt x="342900" y="76148"/>
                  <a:pt x="342900" y="64294"/>
                </a:cubicBezTo>
                <a:cubicBezTo>
                  <a:pt x="342900" y="52440"/>
                  <a:pt x="333323" y="42863"/>
                  <a:pt x="321469" y="42863"/>
                </a:cubicBezTo>
                <a:lnTo>
                  <a:pt x="128588" y="42863"/>
                </a:lnTo>
                <a:close/>
                <a:moveTo>
                  <a:pt x="128588" y="150019"/>
                </a:moveTo>
                <a:cubicBezTo>
                  <a:pt x="116733" y="150019"/>
                  <a:pt x="107156" y="159596"/>
                  <a:pt x="107156" y="171450"/>
                </a:cubicBezTo>
                <a:cubicBezTo>
                  <a:pt x="107156" y="183304"/>
                  <a:pt x="116733" y="192881"/>
                  <a:pt x="128588" y="192881"/>
                </a:cubicBezTo>
                <a:lnTo>
                  <a:pt x="321469" y="192881"/>
                </a:lnTo>
                <a:cubicBezTo>
                  <a:pt x="333323" y="192881"/>
                  <a:pt x="342900" y="183304"/>
                  <a:pt x="342900" y="171450"/>
                </a:cubicBezTo>
                <a:cubicBezTo>
                  <a:pt x="342900" y="159596"/>
                  <a:pt x="333323" y="150019"/>
                  <a:pt x="321469" y="150019"/>
                </a:cubicBezTo>
                <a:lnTo>
                  <a:pt x="128588" y="150019"/>
                </a:lnTo>
                <a:close/>
                <a:moveTo>
                  <a:pt x="128588" y="257175"/>
                </a:moveTo>
                <a:cubicBezTo>
                  <a:pt x="116733" y="257175"/>
                  <a:pt x="107156" y="266752"/>
                  <a:pt x="107156" y="278606"/>
                </a:cubicBezTo>
                <a:cubicBezTo>
                  <a:pt x="107156" y="290460"/>
                  <a:pt x="116733" y="300038"/>
                  <a:pt x="128588" y="300038"/>
                </a:cubicBezTo>
                <a:lnTo>
                  <a:pt x="321469" y="300038"/>
                </a:lnTo>
                <a:cubicBezTo>
                  <a:pt x="333323" y="300038"/>
                  <a:pt x="342900" y="290460"/>
                  <a:pt x="342900" y="278606"/>
                </a:cubicBezTo>
                <a:cubicBezTo>
                  <a:pt x="342900" y="266752"/>
                  <a:pt x="333323" y="257175"/>
                  <a:pt x="321469" y="257175"/>
                </a:cubicBezTo>
                <a:lnTo>
                  <a:pt x="128588" y="257175"/>
                </a:lnTo>
                <a:close/>
                <a:moveTo>
                  <a:pt x="32147" y="310753"/>
                </a:moveTo>
                <a:cubicBezTo>
                  <a:pt x="49889" y="310753"/>
                  <a:pt x="64294" y="296349"/>
                  <a:pt x="64294" y="278606"/>
                </a:cubicBezTo>
                <a:cubicBezTo>
                  <a:pt x="64294" y="260864"/>
                  <a:pt x="49889" y="246459"/>
                  <a:pt x="32147" y="246459"/>
                </a:cubicBezTo>
                <a:cubicBezTo>
                  <a:pt x="14405" y="246459"/>
                  <a:pt x="0" y="260864"/>
                  <a:pt x="0" y="278606"/>
                </a:cubicBezTo>
                <a:cubicBezTo>
                  <a:pt x="0" y="296349"/>
                  <a:pt x="14405" y="310753"/>
                  <a:pt x="32147" y="310753"/>
                </a:cubicBezTo>
                <a:close/>
                <a:moveTo>
                  <a:pt x="64294" y="171450"/>
                </a:moveTo>
                <a:cubicBezTo>
                  <a:pt x="64294" y="153708"/>
                  <a:pt x="49889" y="139303"/>
                  <a:pt x="32147" y="139303"/>
                </a:cubicBezTo>
                <a:cubicBezTo>
                  <a:pt x="14405" y="139303"/>
                  <a:pt x="0" y="153708"/>
                  <a:pt x="0" y="171450"/>
                </a:cubicBezTo>
                <a:cubicBezTo>
                  <a:pt x="0" y="189192"/>
                  <a:pt x="14405" y="203597"/>
                  <a:pt x="32147" y="203597"/>
                </a:cubicBezTo>
                <a:cubicBezTo>
                  <a:pt x="49889" y="203597"/>
                  <a:pt x="64294" y="189192"/>
                  <a:pt x="64294" y="171450"/>
                </a:cubicBezTo>
                <a:close/>
              </a:path>
            </a:pathLst>
          </a:custGeom>
          <a:solidFill>
            <a:srgbClr val="F59E0B"/>
          </a:solidFill>
          <a:ln/>
        </p:spPr>
      </p:sp>
      <p:sp>
        <p:nvSpPr>
          <p:cNvPr id="21" name="Text 18"/>
          <p:cNvSpPr/>
          <p:nvPr/>
        </p:nvSpPr>
        <p:spPr>
          <a:xfrm>
            <a:off x="9267825" y="3790950"/>
            <a:ext cx="2400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Switch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9277350" y="4133850"/>
            <a:ext cx="2381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Menu-style choices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381000" y="4857750"/>
            <a:ext cx="11430000" cy="762000"/>
          </a:xfrm>
          <a:custGeom>
            <a:avLst/>
            <a:gdLst/>
            <a:ahLst/>
            <a:cxnLst/>
            <a:rect l="l" t="t" r="r" b="b"/>
            <a:pathLst>
              <a:path w="11430000" h="762000">
                <a:moveTo>
                  <a:pt x="152400" y="0"/>
                </a:moveTo>
                <a:lnTo>
                  <a:pt x="11277600" y="0"/>
                </a:lnTo>
                <a:cubicBezTo>
                  <a:pt x="11361712" y="0"/>
                  <a:pt x="11430000" y="68288"/>
                  <a:pt x="11430000" y="152400"/>
                </a:cubicBezTo>
                <a:lnTo>
                  <a:pt x="11430000" y="609600"/>
                </a:lnTo>
                <a:cubicBezTo>
                  <a:pt x="11430000" y="693712"/>
                  <a:pt x="11361712" y="762000"/>
                  <a:pt x="11277600" y="762000"/>
                </a:cubicBezTo>
                <a:lnTo>
                  <a:pt x="152400" y="762000"/>
                </a:lnTo>
                <a:cubicBezTo>
                  <a:pt x="68288" y="762000"/>
                  <a:pt x="0" y="693712"/>
                  <a:pt x="0" y="6096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</p:sp>
      <p:sp>
        <p:nvSpPr>
          <p:cNvPr id="24" name="Text 21"/>
          <p:cNvSpPr/>
          <p:nvPr/>
        </p:nvSpPr>
        <p:spPr>
          <a:xfrm>
            <a:off x="552450" y="5086350"/>
            <a:ext cx="11087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Keep practicing and you'll become a </a:t>
            </a:r>
            <a:r>
              <a:rPr lang="en-US" sz="1800" dirty="0">
                <a:solidFill>
                  <a:srgbClr val="F59E0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PHP master</a:t>
            </a: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! 🚀</a:t>
            </a:r>
            <a:endParaRPr lang="en-US" sz="1600" dirty="0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1009</Words>
  <Application>Microsoft Office PowerPoint</Application>
  <PresentationFormat>Widescreen</PresentationFormat>
  <Paragraphs>314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Calibri</vt:lpstr>
      <vt:lpstr>Quattrocento Sans</vt:lpstr>
      <vt:lpstr>Arial</vt:lpstr>
      <vt:lpstr>Sorts Mill Goudy</vt:lpstr>
      <vt:lpstr>Liter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 Basics for Beginners</dc:title>
  <dc:subject>PHP Basics for Beginners</dc:subject>
  <dc:creator>Kimi</dc:creator>
  <cp:lastModifiedBy>PMLY</cp:lastModifiedBy>
  <cp:revision>5</cp:revision>
  <dcterms:created xsi:type="dcterms:W3CDTF">2026-04-12T11:32:56Z</dcterms:created>
  <dcterms:modified xsi:type="dcterms:W3CDTF">2026-04-12T13:58:43Z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{"Label":"PHP Basics for Beginners","ContentProducer":"001191110108MACG2KBH8F10000","ProduceID":"19d80fe0-f5e2-80ce-8000-0000fa5bd366","ReservedCode1":"","ContentPropagator":"001191110108MACG2KBH8F20000","PropagateID":"19d80fe0-f5e2-80ce-8000-0000fa5bd366</vt:lpwstr>
  </property>
</Properties>
</file>