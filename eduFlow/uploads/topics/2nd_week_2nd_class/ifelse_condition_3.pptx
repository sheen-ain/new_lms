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56" r:id="rId5"/>
    <p:sldId id="257" r:id="rId6"/>
    <p:sldId id="258" r:id="rId7"/>
    <p:sldId id="269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F44E72-7A38-43E6-8C58-4E44809A2100}" v="12" dt="2024-05-07T06:15:08.7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faque Ali" userId="df31fb59ce55fd73" providerId="LiveId" clId="{4BF44E72-7A38-43E6-8C58-4E44809A2100}"/>
    <pc:docChg chg="custSel addSld modSld sldOrd">
      <pc:chgData name="Ashfaque Ali" userId="df31fb59ce55fd73" providerId="LiveId" clId="{4BF44E72-7A38-43E6-8C58-4E44809A2100}" dt="2024-05-07T06:15:22.121" v="153" actId="14100"/>
      <pc:docMkLst>
        <pc:docMk/>
      </pc:docMkLst>
      <pc:sldChg chg="addSp modSp new mod">
        <pc:chgData name="Ashfaque Ali" userId="df31fb59ce55fd73" providerId="LiveId" clId="{4BF44E72-7A38-43E6-8C58-4E44809A2100}" dt="2024-05-07T06:03:07.991" v="19" actId="14100"/>
        <pc:sldMkLst>
          <pc:docMk/>
          <pc:sldMk cId="2367435426" sldId="259"/>
        </pc:sldMkLst>
        <pc:spChg chg="add mod">
          <ac:chgData name="Ashfaque Ali" userId="df31fb59ce55fd73" providerId="LiveId" clId="{4BF44E72-7A38-43E6-8C58-4E44809A2100}" dt="2024-05-07T06:02:50.936" v="12" actId="403"/>
          <ac:spMkLst>
            <pc:docMk/>
            <pc:sldMk cId="2367435426" sldId="259"/>
            <ac:spMk id="3" creationId="{09B8413A-2F21-DB95-2E39-15E215C8438B}"/>
          </ac:spMkLst>
        </pc:spChg>
        <pc:spChg chg="add mod">
          <ac:chgData name="Ashfaque Ali" userId="df31fb59ce55fd73" providerId="LiveId" clId="{4BF44E72-7A38-43E6-8C58-4E44809A2100}" dt="2024-05-07T06:03:07.991" v="19" actId="14100"/>
          <ac:spMkLst>
            <pc:docMk/>
            <pc:sldMk cId="2367435426" sldId="259"/>
            <ac:spMk id="5" creationId="{BF7C210E-C8E5-BA4C-2D2F-458D84CEAC77}"/>
          </ac:spMkLst>
        </pc:spChg>
      </pc:sldChg>
      <pc:sldChg chg="addSp modSp new mod">
        <pc:chgData name="Ashfaque Ali" userId="df31fb59ce55fd73" providerId="LiveId" clId="{4BF44E72-7A38-43E6-8C58-4E44809A2100}" dt="2024-05-07T06:03:59.251" v="34" actId="14100"/>
        <pc:sldMkLst>
          <pc:docMk/>
          <pc:sldMk cId="3727571222" sldId="260"/>
        </pc:sldMkLst>
        <pc:spChg chg="add mod">
          <ac:chgData name="Ashfaque Ali" userId="df31fb59ce55fd73" providerId="LiveId" clId="{4BF44E72-7A38-43E6-8C58-4E44809A2100}" dt="2024-05-07T06:03:42.972" v="27" actId="14100"/>
          <ac:spMkLst>
            <pc:docMk/>
            <pc:sldMk cId="3727571222" sldId="260"/>
            <ac:spMk id="3" creationId="{04C5057A-2C32-0559-DB19-97EA1AF5E561}"/>
          </ac:spMkLst>
        </pc:spChg>
        <pc:spChg chg="add mod">
          <ac:chgData name="Ashfaque Ali" userId="df31fb59ce55fd73" providerId="LiveId" clId="{4BF44E72-7A38-43E6-8C58-4E44809A2100}" dt="2024-05-07T06:03:59.251" v="34" actId="14100"/>
          <ac:spMkLst>
            <pc:docMk/>
            <pc:sldMk cId="3727571222" sldId="260"/>
            <ac:spMk id="5" creationId="{540A460B-2194-26CC-B909-F35E428F035F}"/>
          </ac:spMkLst>
        </pc:spChg>
      </pc:sldChg>
      <pc:sldChg chg="addSp modSp new mod">
        <pc:chgData name="Ashfaque Ali" userId="df31fb59ce55fd73" providerId="LiveId" clId="{4BF44E72-7A38-43E6-8C58-4E44809A2100}" dt="2024-05-07T06:05:04.915" v="53" actId="14100"/>
        <pc:sldMkLst>
          <pc:docMk/>
          <pc:sldMk cId="2692702866" sldId="261"/>
        </pc:sldMkLst>
        <pc:spChg chg="add mod">
          <ac:chgData name="Ashfaque Ali" userId="df31fb59ce55fd73" providerId="LiveId" clId="{4BF44E72-7A38-43E6-8C58-4E44809A2100}" dt="2024-05-07T06:04:47.081" v="46" actId="403"/>
          <ac:spMkLst>
            <pc:docMk/>
            <pc:sldMk cId="2692702866" sldId="261"/>
            <ac:spMk id="3" creationId="{1D04DAEB-ABD9-7172-4388-5BFC5C344C29}"/>
          </ac:spMkLst>
        </pc:spChg>
        <pc:spChg chg="add mod">
          <ac:chgData name="Ashfaque Ali" userId="df31fb59ce55fd73" providerId="LiveId" clId="{4BF44E72-7A38-43E6-8C58-4E44809A2100}" dt="2024-05-07T06:05:04.915" v="53" actId="14100"/>
          <ac:spMkLst>
            <pc:docMk/>
            <pc:sldMk cId="2692702866" sldId="261"/>
            <ac:spMk id="5" creationId="{2FDC24C2-8C10-8809-E72F-41C3B606320B}"/>
          </ac:spMkLst>
        </pc:spChg>
      </pc:sldChg>
      <pc:sldChg chg="addSp modSp new mod">
        <pc:chgData name="Ashfaque Ali" userId="df31fb59ce55fd73" providerId="LiveId" clId="{4BF44E72-7A38-43E6-8C58-4E44809A2100}" dt="2024-05-07T06:05:59.850" v="72" actId="14100"/>
        <pc:sldMkLst>
          <pc:docMk/>
          <pc:sldMk cId="1376921070" sldId="262"/>
        </pc:sldMkLst>
        <pc:spChg chg="add mod">
          <ac:chgData name="Ashfaque Ali" userId="df31fb59ce55fd73" providerId="LiveId" clId="{4BF44E72-7A38-43E6-8C58-4E44809A2100}" dt="2024-05-07T06:05:43.898" v="64" actId="403"/>
          <ac:spMkLst>
            <pc:docMk/>
            <pc:sldMk cId="1376921070" sldId="262"/>
            <ac:spMk id="3" creationId="{5F2613A2-690D-F08E-0662-E3EF913F4B50}"/>
          </ac:spMkLst>
        </pc:spChg>
        <pc:spChg chg="add mod">
          <ac:chgData name="Ashfaque Ali" userId="df31fb59ce55fd73" providerId="LiveId" clId="{4BF44E72-7A38-43E6-8C58-4E44809A2100}" dt="2024-05-07T06:05:59.850" v="72" actId="14100"/>
          <ac:spMkLst>
            <pc:docMk/>
            <pc:sldMk cId="1376921070" sldId="262"/>
            <ac:spMk id="5" creationId="{A8BF5071-7A2F-E94A-59C7-7CA8A540157E}"/>
          </ac:spMkLst>
        </pc:spChg>
      </pc:sldChg>
      <pc:sldChg chg="addSp modSp new mod">
        <pc:chgData name="Ashfaque Ali" userId="df31fb59ce55fd73" providerId="LiveId" clId="{4BF44E72-7A38-43E6-8C58-4E44809A2100}" dt="2024-05-07T06:07:15.981" v="93" actId="404"/>
        <pc:sldMkLst>
          <pc:docMk/>
          <pc:sldMk cId="2457179577" sldId="263"/>
        </pc:sldMkLst>
        <pc:spChg chg="add mod">
          <ac:chgData name="Ashfaque Ali" userId="df31fb59ce55fd73" providerId="LiveId" clId="{4BF44E72-7A38-43E6-8C58-4E44809A2100}" dt="2024-05-07T06:06:51.576" v="82" actId="1076"/>
          <ac:spMkLst>
            <pc:docMk/>
            <pc:sldMk cId="2457179577" sldId="263"/>
            <ac:spMk id="3" creationId="{53853E83-AFDC-8C2D-E4FE-B728B90D89AB}"/>
          </ac:spMkLst>
        </pc:spChg>
        <pc:spChg chg="add mod">
          <ac:chgData name="Ashfaque Ali" userId="df31fb59ce55fd73" providerId="LiveId" clId="{4BF44E72-7A38-43E6-8C58-4E44809A2100}" dt="2024-05-07T06:07:15.981" v="93" actId="404"/>
          <ac:spMkLst>
            <pc:docMk/>
            <pc:sldMk cId="2457179577" sldId="263"/>
            <ac:spMk id="5" creationId="{F619331E-0F49-D258-E618-F51E358B409B}"/>
          </ac:spMkLst>
        </pc:spChg>
      </pc:sldChg>
      <pc:sldChg chg="addSp modSp new mod">
        <pc:chgData name="Ashfaque Ali" userId="df31fb59ce55fd73" providerId="LiveId" clId="{4BF44E72-7A38-43E6-8C58-4E44809A2100}" dt="2024-05-07T06:08:35.785" v="107" actId="207"/>
        <pc:sldMkLst>
          <pc:docMk/>
          <pc:sldMk cId="2487505524" sldId="264"/>
        </pc:sldMkLst>
        <pc:spChg chg="add mod">
          <ac:chgData name="Ashfaque Ali" userId="df31fb59ce55fd73" providerId="LiveId" clId="{4BF44E72-7A38-43E6-8C58-4E44809A2100}" dt="2024-05-07T06:08:35.785" v="107" actId="207"/>
          <ac:spMkLst>
            <pc:docMk/>
            <pc:sldMk cId="2487505524" sldId="264"/>
            <ac:spMk id="2" creationId="{CDBF3736-3CBC-81EF-F356-84ACAEE9B4D5}"/>
          </ac:spMkLst>
        </pc:spChg>
      </pc:sldChg>
      <pc:sldChg chg="addSp modSp new mod">
        <pc:chgData name="Ashfaque Ali" userId="df31fb59ce55fd73" providerId="LiveId" clId="{4BF44E72-7A38-43E6-8C58-4E44809A2100}" dt="2024-05-07T06:09:50.896" v="118" actId="113"/>
        <pc:sldMkLst>
          <pc:docMk/>
          <pc:sldMk cId="461331994" sldId="265"/>
        </pc:sldMkLst>
        <pc:spChg chg="add mod">
          <ac:chgData name="Ashfaque Ali" userId="df31fb59ce55fd73" providerId="LiveId" clId="{4BF44E72-7A38-43E6-8C58-4E44809A2100}" dt="2024-05-07T06:09:50.896" v="118" actId="113"/>
          <ac:spMkLst>
            <pc:docMk/>
            <pc:sldMk cId="461331994" sldId="265"/>
            <ac:spMk id="2" creationId="{34FCE761-5D3C-5F4C-4124-4E82843B9BF8}"/>
          </ac:spMkLst>
        </pc:spChg>
      </pc:sldChg>
      <pc:sldChg chg="addSp delSp modSp new mod ord">
        <pc:chgData name="Ashfaque Ali" userId="df31fb59ce55fd73" providerId="LiveId" clId="{4BF44E72-7A38-43E6-8C58-4E44809A2100}" dt="2024-05-07T06:13:44.050" v="131" actId="962"/>
        <pc:sldMkLst>
          <pc:docMk/>
          <pc:sldMk cId="39474943" sldId="266"/>
        </pc:sldMkLst>
        <pc:spChg chg="del">
          <ac:chgData name="Ashfaque Ali" userId="df31fb59ce55fd73" providerId="LiveId" clId="{4BF44E72-7A38-43E6-8C58-4E44809A2100}" dt="2024-05-07T06:13:12.232" v="122" actId="478"/>
          <ac:spMkLst>
            <pc:docMk/>
            <pc:sldMk cId="39474943" sldId="266"/>
            <ac:spMk id="2" creationId="{8652DAAF-3E1E-FCA0-2D0E-F68BC647015A}"/>
          </ac:spMkLst>
        </pc:spChg>
        <pc:spChg chg="del">
          <ac:chgData name="Ashfaque Ali" userId="df31fb59ce55fd73" providerId="LiveId" clId="{4BF44E72-7A38-43E6-8C58-4E44809A2100}" dt="2024-05-07T06:13:13.728" v="123" actId="478"/>
          <ac:spMkLst>
            <pc:docMk/>
            <pc:sldMk cId="39474943" sldId="266"/>
            <ac:spMk id="3" creationId="{7E4D7680-E797-4666-7F23-DB61F9D96FA8}"/>
          </ac:spMkLst>
        </pc:spChg>
        <pc:picChg chg="add mod">
          <ac:chgData name="Ashfaque Ali" userId="df31fb59ce55fd73" providerId="LiveId" clId="{4BF44E72-7A38-43E6-8C58-4E44809A2100}" dt="2024-05-07T06:13:44.050" v="131" actId="962"/>
          <ac:picMkLst>
            <pc:docMk/>
            <pc:sldMk cId="39474943" sldId="266"/>
            <ac:picMk id="5" creationId="{021EE958-E482-3758-234E-608E2CE94246}"/>
          </ac:picMkLst>
        </pc:picChg>
      </pc:sldChg>
      <pc:sldChg chg="addSp delSp modSp new mod">
        <pc:chgData name="Ashfaque Ali" userId="df31fb59ce55fd73" providerId="LiveId" clId="{4BF44E72-7A38-43E6-8C58-4E44809A2100}" dt="2024-05-07T06:14:51.232" v="144" actId="1076"/>
        <pc:sldMkLst>
          <pc:docMk/>
          <pc:sldMk cId="3979628693" sldId="267"/>
        </pc:sldMkLst>
        <pc:spChg chg="del">
          <ac:chgData name="Ashfaque Ali" userId="df31fb59ce55fd73" providerId="LiveId" clId="{4BF44E72-7A38-43E6-8C58-4E44809A2100}" dt="2024-05-07T06:13:53.960" v="133" actId="478"/>
          <ac:spMkLst>
            <pc:docMk/>
            <pc:sldMk cId="3979628693" sldId="267"/>
            <ac:spMk id="2" creationId="{5FBDE335-C45F-46E1-66AE-6EC2CD702EB5}"/>
          </ac:spMkLst>
        </pc:spChg>
        <pc:spChg chg="del">
          <ac:chgData name="Ashfaque Ali" userId="df31fb59ce55fd73" providerId="LiveId" clId="{4BF44E72-7A38-43E6-8C58-4E44809A2100}" dt="2024-05-07T06:13:55.824" v="134" actId="478"/>
          <ac:spMkLst>
            <pc:docMk/>
            <pc:sldMk cId="3979628693" sldId="267"/>
            <ac:spMk id="3" creationId="{4A5126AA-63E8-963A-D4FD-9E2BCC5A1D79}"/>
          </ac:spMkLst>
        </pc:spChg>
        <pc:picChg chg="add mod modCrop">
          <ac:chgData name="Ashfaque Ali" userId="df31fb59ce55fd73" providerId="LiveId" clId="{4BF44E72-7A38-43E6-8C58-4E44809A2100}" dt="2024-05-07T06:14:51.232" v="144" actId="1076"/>
          <ac:picMkLst>
            <pc:docMk/>
            <pc:sldMk cId="3979628693" sldId="267"/>
            <ac:picMk id="5" creationId="{E33F60CA-730F-5D0B-1A2C-257F5F420B09}"/>
          </ac:picMkLst>
        </pc:picChg>
      </pc:sldChg>
      <pc:sldChg chg="addSp delSp modSp new mod">
        <pc:chgData name="Ashfaque Ali" userId="df31fb59ce55fd73" providerId="LiveId" clId="{4BF44E72-7A38-43E6-8C58-4E44809A2100}" dt="2024-05-07T06:15:22.121" v="153" actId="14100"/>
        <pc:sldMkLst>
          <pc:docMk/>
          <pc:sldMk cId="2798064380" sldId="268"/>
        </pc:sldMkLst>
        <pc:spChg chg="del">
          <ac:chgData name="Ashfaque Ali" userId="df31fb59ce55fd73" providerId="LiveId" clId="{4BF44E72-7A38-43E6-8C58-4E44809A2100}" dt="2024-05-07T06:14:59.217" v="146" actId="478"/>
          <ac:spMkLst>
            <pc:docMk/>
            <pc:sldMk cId="2798064380" sldId="268"/>
            <ac:spMk id="2" creationId="{3392A6C6-FC57-9897-E3DD-7301D6CD01CE}"/>
          </ac:spMkLst>
        </pc:spChg>
        <pc:spChg chg="del">
          <ac:chgData name="Ashfaque Ali" userId="df31fb59ce55fd73" providerId="LiveId" clId="{4BF44E72-7A38-43E6-8C58-4E44809A2100}" dt="2024-05-07T06:15:00.891" v="147" actId="478"/>
          <ac:spMkLst>
            <pc:docMk/>
            <pc:sldMk cId="2798064380" sldId="268"/>
            <ac:spMk id="3" creationId="{D123923A-77AB-4E3E-D87B-A41E1D9139C4}"/>
          </ac:spMkLst>
        </pc:spChg>
        <pc:picChg chg="add mod">
          <ac:chgData name="Ashfaque Ali" userId="df31fb59ce55fd73" providerId="LiveId" clId="{4BF44E72-7A38-43E6-8C58-4E44809A2100}" dt="2024-05-07T06:15:22.121" v="153" actId="14100"/>
          <ac:picMkLst>
            <pc:docMk/>
            <pc:sldMk cId="2798064380" sldId="268"/>
            <ac:picMk id="5" creationId="{074CB451-E08D-D0B1-A450-F9251C79B8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99CA5-173F-8038-3A95-A327649ED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24628-0EAD-5AD5-7D71-85CD6A072F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1F72B-3C6D-DE67-0843-B25B87E7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9B5B-F05C-08A5-BB2F-FDC37F21C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10413-67BC-4E6A-8AB2-8919127AC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4432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5F964-6405-B0BD-28B6-32D69B254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9767-0F2A-4E0D-1F16-768F4FC1BE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98FAF-5F9D-DFB6-8C29-D091CF481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3DA4F-F6DE-D81F-D335-419A45C3C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615B2-7178-3D9B-8D98-C3A8FDAB4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21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47C2C-CDEC-E876-1A48-3F0074BE1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ED408-8293-AB85-8317-1EED7124C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3ED7E-FB03-8DF4-0076-5F7E61C2B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A4060-A9C0-66BC-F1E0-26B4E328E0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C859D-B59D-9EF8-05F1-7C75B0D20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780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C5B26-E173-508C-643A-C4B35AAF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6835C-693C-CFB1-CD0A-403DBAAE71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D438D-A329-F4F3-1471-014487D7F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434B27-900A-3EA7-84AB-785BBB19A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C9ECA-4844-1A5B-4A7D-E653C9E50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DA6E29-FD93-16AA-BF40-27A76A70D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920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A0EEE-68D7-0677-C649-D1A935818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3A6E5-79D8-2F3C-8BC4-CACB951CC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3F9F41-F6A8-554E-D08D-7EC2C98497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0FF7D2-80B9-E614-0FE2-4B26470043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321CEE-5F19-D18B-74B2-BC0D88E2B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2E41B1-37A5-C745-D8BA-E2CDBB41D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4AD559-96A0-48E7-4DD9-62DE708E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B1B467-332D-BF50-0A8E-3F98B64D9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26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17839-BA27-7E1B-738A-60CCD4964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915B25-85A1-A0D2-D433-616092E13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6B7341-B9C2-55D9-EE87-AC90447A0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3D0A7-1868-12DD-5608-02557B23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205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61854F-FDCC-2482-E740-31A969E30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FF3E15-46B0-C301-0D9B-10433AF21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09D3A5-59DC-B0C3-8D8E-0205E459D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95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CBE78-DCDA-2640-A323-83FEDEDD5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9BD7A-58A3-DBB2-DE31-58D9F6A04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F6EF3-C10D-E937-F9F6-737D955AE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2DBA5C-7929-2541-CD97-74D0A3CA9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01844-204A-383C-BED8-26ACCF03C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F84007-611B-FCF3-FB5C-302DE664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09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B5289-C2D4-A7E2-D347-C3531EFA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4AAFDF-B9C0-DAF8-3011-0330DAB5D1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FF93C-1BAB-53EC-5FAC-4CCA09AF8A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85A860-B83D-27D6-16E2-D661801A6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77AAA-E866-4946-5B96-1E48C049F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F0BCB8-AFBF-31DC-53D3-4610583B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45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CE660-B630-6DB8-34F4-6CD9BDA62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62BE6-6BBD-3AAA-A401-5DD5E6EF41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04989-1390-DBFF-1253-EABE84134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000A7-B014-354F-0234-188F450E1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A0C88-D9ED-E1D4-2E41-E7159961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978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DC1C39-9FE0-8647-8C69-D13DB33A24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64281D-8CD1-5188-52B5-B1452F589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FF809-8EC7-95BA-9614-24684E63A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467D8-CB84-2417-538F-5B658B8A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05C2A-CD34-38D2-D4B9-41ACA50EF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61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EC7C22-9FFB-0960-A1FF-73ED0C609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300F52-43B7-DC66-F069-854DA800C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984E2-561A-EE4A-ADBA-394D17E29B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6C5EF5-1324-49EA-987E-19F80654D936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F55096-54A7-4E08-6C59-7536FABED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8A980-1EBA-8086-310C-8A3575F93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2332A-13CB-4953-B1E5-A19552286D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7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artoon of a child and a thought bubble">
            <a:extLst>
              <a:ext uri="{FF2B5EF4-FFF2-40B4-BE49-F238E27FC236}">
                <a16:creationId xmlns:a16="http://schemas.microsoft.com/office/drawing/2014/main" id="{021EE958-E482-3758-234E-608E2CE94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6282" y="783033"/>
            <a:ext cx="9418383" cy="529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4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symbols and symbols&#10;&#10;Description automatically generated with medium confidence">
            <a:extLst>
              <a:ext uri="{FF2B5EF4-FFF2-40B4-BE49-F238E27FC236}">
                <a16:creationId xmlns:a16="http://schemas.microsoft.com/office/drawing/2014/main" id="{E33F60CA-730F-5D0B-1A2C-257F5F420B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040" b="3150"/>
          <a:stretch/>
        </p:blipFill>
        <p:spPr>
          <a:xfrm>
            <a:off x="809310" y="227592"/>
            <a:ext cx="9361631" cy="6194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62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condition&#10;&#10;Description automatically generated">
            <a:extLst>
              <a:ext uri="{FF2B5EF4-FFF2-40B4-BE49-F238E27FC236}">
                <a16:creationId xmlns:a16="http://schemas.microsoft.com/office/drawing/2014/main" id="{074CB451-E08D-D0B1-A450-F9251C79B8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4720" y="157675"/>
            <a:ext cx="6119447" cy="6542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64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060909-7EAE-550E-B44F-3E16E5397731}"/>
              </a:ext>
            </a:extLst>
          </p:cNvPr>
          <p:cNvSpPr txBox="1"/>
          <p:nvPr/>
        </p:nvSpPr>
        <p:spPr>
          <a:xfrm>
            <a:off x="604910" y="873263"/>
            <a:ext cx="1139483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Python supports the usual logical conditions from mathematics: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Equals: </a:t>
            </a:r>
            <a:r>
              <a:rPr lang="en-US" sz="28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== b</a:t>
            </a:r>
            <a:endParaRPr 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Not Equals: </a:t>
            </a:r>
            <a:r>
              <a:rPr lang="en-US" sz="28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!= b</a:t>
            </a:r>
            <a:endParaRPr 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Less than: </a:t>
            </a:r>
            <a:r>
              <a:rPr lang="en-US" sz="28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&lt; b</a:t>
            </a:r>
            <a:endParaRPr 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Less than or equal to: </a:t>
            </a:r>
            <a:r>
              <a:rPr lang="en-US" sz="28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&lt;= b</a:t>
            </a:r>
            <a:endParaRPr 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Greater than: </a:t>
            </a:r>
            <a:r>
              <a:rPr lang="en-US" sz="28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&gt; b</a:t>
            </a:r>
            <a:endParaRPr 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Greater than or equal to: </a:t>
            </a:r>
            <a:r>
              <a:rPr lang="en-US" sz="28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&gt;= b</a:t>
            </a:r>
            <a:endParaRPr lang="en-US" sz="2800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Verdana" panose="020B0604030504040204" pitchFamily="34" charset="0"/>
            </a:endParaRP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These conditions can be used in several ways, most commonly in "if statements" and loops.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An "if statement" is written by using the </a:t>
            </a:r>
            <a:r>
              <a:rPr lang="en-US" sz="2800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keyword.</a:t>
            </a:r>
          </a:p>
        </p:txBody>
      </p:sp>
    </p:spTree>
    <p:extLst>
      <p:ext uri="{BB962C8B-B14F-4D97-AF65-F5344CB8AC3E}">
        <p14:creationId xmlns:p14="http://schemas.microsoft.com/office/powerpoint/2010/main" val="1777872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E05BF-C871-7316-DF19-80EE06E2332F}"/>
              </a:ext>
            </a:extLst>
          </p:cNvPr>
          <p:cNvSpPr txBox="1"/>
          <p:nvPr/>
        </p:nvSpPr>
        <p:spPr>
          <a:xfrm>
            <a:off x="1111347" y="560421"/>
            <a:ext cx="921433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 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 = 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br>
              <a:rPr lang="en-US" sz="3600" dirty="0"/>
            </a:br>
            <a:r>
              <a:rPr lang="en-US" sz="36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 &gt; a:</a:t>
            </a:r>
            <a:br>
              <a:rPr lang="en-US" sz="3600" dirty="0"/>
            </a:b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36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 is greater than a"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3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5BCEB5-A8B5-5B3F-590E-8367EC891E9A}"/>
              </a:ext>
            </a:extLst>
          </p:cNvPr>
          <p:cNvSpPr txBox="1"/>
          <p:nvPr/>
        </p:nvSpPr>
        <p:spPr>
          <a:xfrm>
            <a:off x="422031" y="3322043"/>
            <a:ext cx="1128228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In this example we use two variables,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and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, which are used as part of the if statement to test whether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is greater than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. As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is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, and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is </a:t>
            </a:r>
            <a:r>
              <a:rPr lang="en-US" sz="2800" b="0" i="0" dirty="0"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, we know that 200 is greater than 33, and so we print to screen that "b is greater than a".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6346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459E13-6AE1-782E-CBAF-7BB7E95E53F4}"/>
              </a:ext>
            </a:extLst>
          </p:cNvPr>
          <p:cNvSpPr txBox="1"/>
          <p:nvPr/>
        </p:nvSpPr>
        <p:spPr>
          <a:xfrm>
            <a:off x="379828" y="618869"/>
            <a:ext cx="11648050" cy="2000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Indentation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Python relies on indentation (whitespace at the beginning of a line) to define scope in the code. Other programming languages often use curly-brackets for this purpose.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377494-0DBE-6ACA-2645-913F18007ECE}"/>
              </a:ext>
            </a:extLst>
          </p:cNvPr>
          <p:cNvSpPr txBox="1"/>
          <p:nvPr/>
        </p:nvSpPr>
        <p:spPr>
          <a:xfrm>
            <a:off x="731520" y="3136985"/>
            <a:ext cx="1059297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 </a:t>
            </a: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 = </a:t>
            </a: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br>
              <a:rPr lang="en-US" sz="2800" dirty="0"/>
            </a:b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 &gt; a:</a:t>
            </a:r>
            <a:br>
              <a:rPr lang="en-US" sz="2800" dirty="0"/>
            </a:b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 is greater than a"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sz="2800" b="0" i="0" dirty="0">
                <a:solidFill>
                  <a:srgbClr val="008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#error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90878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condition&#10;&#10;AI-generated content may be incorrect.">
            <a:extLst>
              <a:ext uri="{FF2B5EF4-FFF2-40B4-BE49-F238E27FC236}">
                <a16:creationId xmlns:a16="http://schemas.microsoft.com/office/drawing/2014/main" id="{3640201F-D81C-39E3-A4AE-61244AC3DD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845" y="250723"/>
            <a:ext cx="9542207" cy="631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607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B8413A-2F21-DB95-2E39-15E215C8438B}"/>
              </a:ext>
            </a:extLst>
          </p:cNvPr>
          <p:cNvSpPr txBox="1"/>
          <p:nvPr/>
        </p:nvSpPr>
        <p:spPr>
          <a:xfrm>
            <a:off x="647114" y="799572"/>
            <a:ext cx="112776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40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Elif</a:t>
            </a:r>
            <a:endParaRPr lang="en-US" sz="40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Segoe UI" panose="020B0502040204020203" pitchFamily="34" charset="0"/>
            </a:endParaRPr>
          </a:p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</a:t>
            </a:r>
            <a:r>
              <a:rPr lang="en-US" sz="3200" b="0" i="0" dirty="0" err="1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elif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keyword is Python's way of saying "if the previous conditions were not true, then try this condition".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7C210E-C8E5-BA4C-2D2F-458D84CEAC77}"/>
              </a:ext>
            </a:extLst>
          </p:cNvPr>
          <p:cNvSpPr txBox="1"/>
          <p:nvPr/>
        </p:nvSpPr>
        <p:spPr>
          <a:xfrm>
            <a:off x="1055077" y="3429000"/>
            <a:ext cx="81451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 </a:t>
            </a: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 = </a:t>
            </a: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</a:t>
            </a:r>
            <a:br>
              <a:rPr lang="en-US" sz="2800" dirty="0"/>
            </a:b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 &gt; a: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 is greater than a"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800" dirty="0"/>
            </a:br>
            <a:r>
              <a:rPr lang="en-US" sz="2800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elif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 == b: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 and b are equal"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367435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C5057A-2C32-0559-DB19-97EA1AF5E561}"/>
              </a:ext>
            </a:extLst>
          </p:cNvPr>
          <p:cNvSpPr txBox="1"/>
          <p:nvPr/>
        </p:nvSpPr>
        <p:spPr>
          <a:xfrm>
            <a:off x="675250" y="909935"/>
            <a:ext cx="1104313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Else</a:t>
            </a:r>
          </a:p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 </a:t>
            </a:r>
            <a:r>
              <a:rPr lang="en-US" b="0" i="0" dirty="0">
                <a:solidFill>
                  <a:srgbClr val="DC143C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 keyword catches anything which isn't caught by the preceding conditions.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0A460B-2194-26CC-B909-F35E428F035F}"/>
              </a:ext>
            </a:extLst>
          </p:cNvPr>
          <p:cNvSpPr txBox="1"/>
          <p:nvPr/>
        </p:nvSpPr>
        <p:spPr>
          <a:xfrm>
            <a:off x="675250" y="2144712"/>
            <a:ext cx="7624688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 </a:t>
            </a: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200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 = </a:t>
            </a:r>
            <a:r>
              <a:rPr lang="en-US" sz="28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</a:t>
            </a:r>
            <a:br>
              <a:rPr lang="en-US" sz="2800" dirty="0"/>
            </a:b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b &gt; a: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 is greater than a"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800" dirty="0"/>
            </a:br>
            <a:r>
              <a:rPr lang="en-US" sz="2800" b="0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elif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 == b: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 and b are equal"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br>
              <a:rPr lang="en-US" sz="2800" dirty="0"/>
            </a:b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:</a:t>
            </a:r>
            <a:br>
              <a:rPr lang="en-US" sz="2800" dirty="0"/>
            </a:b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 </a:t>
            </a:r>
            <a:r>
              <a:rPr lang="en-US" sz="28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8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 is greater than b"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27571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04DAEB-ABD9-7172-4388-5BFC5C344C29}"/>
              </a:ext>
            </a:extLst>
          </p:cNvPr>
          <p:cNvSpPr txBox="1"/>
          <p:nvPr/>
        </p:nvSpPr>
        <p:spPr>
          <a:xfrm>
            <a:off x="356381" y="684853"/>
            <a:ext cx="1147923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Short Hand If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If you have only one statement to execute, you can put it on the same line as the if statement.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DC24C2-8C10-8809-E72F-41C3B606320B}"/>
              </a:ext>
            </a:extLst>
          </p:cNvPr>
          <p:cNvSpPr txBox="1"/>
          <p:nvPr/>
        </p:nvSpPr>
        <p:spPr>
          <a:xfrm>
            <a:off x="967152" y="2947574"/>
            <a:ext cx="947107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One line if statement:</a:t>
            </a:r>
          </a:p>
          <a:p>
            <a:pPr algn="l"/>
            <a:r>
              <a:rPr lang="en-US" sz="32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 &gt; b: </a:t>
            </a:r>
            <a:r>
              <a:rPr lang="en-US" sz="32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32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 is greater than b"</a:t>
            </a:r>
            <a:r>
              <a:rPr lang="en-US" sz="32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2702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2613A2-690D-F08E-0662-E3EF913F4B50}"/>
              </a:ext>
            </a:extLst>
          </p:cNvPr>
          <p:cNvSpPr txBox="1"/>
          <p:nvPr/>
        </p:nvSpPr>
        <p:spPr>
          <a:xfrm>
            <a:off x="717452" y="757368"/>
            <a:ext cx="1147454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Short Hand If ... Else</a:t>
            </a:r>
          </a:p>
          <a:p>
            <a:pPr algn="l"/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If you have only one statement to execute, one for if, and one for else, you can put it all on the same line: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F5071-7A2F-E94A-59C7-7CA8A540157E}"/>
              </a:ext>
            </a:extLst>
          </p:cNvPr>
          <p:cNvSpPr txBox="1"/>
          <p:nvPr/>
        </p:nvSpPr>
        <p:spPr>
          <a:xfrm>
            <a:off x="1139483" y="2828835"/>
            <a:ext cx="960823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One line if else statement:</a:t>
            </a:r>
          </a:p>
          <a:p>
            <a:pPr algn="l"/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 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 = </a:t>
            </a:r>
            <a:r>
              <a:rPr lang="en-US" sz="36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330</a:t>
            </a:r>
            <a:b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36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"A"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sz="36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 &gt; b </a:t>
            </a:r>
            <a:r>
              <a:rPr lang="en-US" sz="36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36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36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"B"</a:t>
            </a:r>
            <a:r>
              <a:rPr lang="en-US" sz="36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7692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853E83-AFDC-8C2D-E4FE-B728B90D89AB}"/>
              </a:ext>
            </a:extLst>
          </p:cNvPr>
          <p:cNvSpPr txBox="1"/>
          <p:nvPr/>
        </p:nvSpPr>
        <p:spPr>
          <a:xfrm>
            <a:off x="490024" y="387255"/>
            <a:ext cx="11211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You can also have multiple else statements on the same line: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19331E-0F49-D258-E618-F51E358B409B}"/>
              </a:ext>
            </a:extLst>
          </p:cNvPr>
          <p:cNvSpPr txBox="1"/>
          <p:nvPr/>
        </p:nvSpPr>
        <p:spPr>
          <a:xfrm>
            <a:off x="295421" y="1448862"/>
            <a:ext cx="117183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One line if else statement, with 3 conditions:</a:t>
            </a:r>
          </a:p>
          <a:p>
            <a:pPr algn="l"/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 = 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330</a:t>
            </a:r>
            <a:b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 = </a:t>
            </a:r>
            <a:r>
              <a:rPr lang="en-US" sz="2400" b="0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330</a:t>
            </a:r>
            <a:b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"A"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 &gt; b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"="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a == b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</a:t>
            </a:r>
            <a:r>
              <a:rPr lang="en-US" sz="2400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print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"B"</a:t>
            </a:r>
            <a:r>
              <a:rPr lang="en-US" sz="24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5717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DBF3736-3CBC-81EF-F356-84ACAEE9B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98" y="278244"/>
            <a:ext cx="11324493" cy="57810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/>
              <a:t>Nested If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You can have if statements inside if statements, this is called nested if statements.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x = 41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800" dirty="0"/>
              <a:t>if x &gt; 10:</a:t>
            </a:r>
            <a:br>
              <a:rPr lang="en-US" altLang="en-US" sz="2800" dirty="0"/>
            </a:br>
            <a:r>
              <a:rPr lang="en-US" altLang="en-US" sz="2800" dirty="0"/>
              <a:t>  print("Above ten,")</a:t>
            </a:r>
            <a:br>
              <a:rPr lang="en-US" altLang="en-US" sz="2800" dirty="0"/>
            </a:br>
            <a:r>
              <a:rPr lang="en-US" altLang="en-US" sz="2800" dirty="0"/>
              <a:t>  if x &gt; 20:</a:t>
            </a:r>
            <a:br>
              <a:rPr lang="en-US" altLang="en-US" sz="2800" dirty="0"/>
            </a:br>
            <a:r>
              <a:rPr lang="en-US" altLang="en-US" sz="2800" dirty="0"/>
              <a:t>    print("and also above 20!")</a:t>
            </a:r>
            <a:br>
              <a:rPr lang="en-US" altLang="en-US" sz="2800" dirty="0"/>
            </a:br>
            <a:r>
              <a:rPr lang="en-US" altLang="en-US" sz="2800" dirty="0"/>
              <a:t>  else:</a:t>
            </a:r>
            <a:br>
              <a:rPr lang="en-US" altLang="en-US" sz="2800" dirty="0"/>
            </a:br>
            <a:r>
              <a:rPr lang="en-US" altLang="en-US" sz="2800" dirty="0"/>
              <a:t>    print("but not above 20.")</a:t>
            </a:r>
          </a:p>
        </p:txBody>
      </p:sp>
    </p:spTree>
    <p:extLst>
      <p:ext uri="{BB962C8B-B14F-4D97-AF65-F5344CB8AC3E}">
        <p14:creationId xmlns:p14="http://schemas.microsoft.com/office/powerpoint/2010/main" val="24875055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FCE761-5D3C-5F4C-4124-4E82843B9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031" y="751335"/>
            <a:ext cx="11113477" cy="49192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0" tIns="88872" rIns="0" bIns="88872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b="1" dirty="0"/>
              <a:t>The pass Statement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if statements cannot be empty, but if you for some reason have an if statement with no content, put in the pass statement to avoid getting an error.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8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Example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800" dirty="0"/>
              <a:t>a = 33</a:t>
            </a:r>
            <a:br>
              <a:rPr lang="en-US" altLang="en-US" sz="2800" dirty="0"/>
            </a:br>
            <a:r>
              <a:rPr lang="en-US" altLang="en-US" sz="2800" dirty="0"/>
              <a:t>b = 200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800" dirty="0"/>
              <a:t>if b &gt; a:</a:t>
            </a:r>
            <a:br>
              <a:rPr lang="en-US" altLang="en-US" sz="2800" dirty="0"/>
            </a:br>
            <a:r>
              <a:rPr lang="en-US" altLang="en-US" sz="2800" dirty="0"/>
              <a:t>  pass</a:t>
            </a:r>
          </a:p>
        </p:txBody>
      </p:sp>
    </p:spTree>
    <p:extLst>
      <p:ext uri="{BB962C8B-B14F-4D97-AF65-F5344CB8AC3E}">
        <p14:creationId xmlns:p14="http://schemas.microsoft.com/office/powerpoint/2010/main" val="46133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621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Consolas</vt:lpstr>
      <vt:lpstr>Segoe UI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Ashfaque Ali</dc:creator>
  <cp:lastModifiedBy>Ashfaque Ali (2K21-IT-41)</cp:lastModifiedBy>
  <cp:revision>2</cp:revision>
  <dcterms:created xsi:type="dcterms:W3CDTF">2024-05-07T05:59:22Z</dcterms:created>
  <dcterms:modified xsi:type="dcterms:W3CDTF">2025-03-13T14:44:06Z</dcterms:modified>
</cp:coreProperties>
</file>